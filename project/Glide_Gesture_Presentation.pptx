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0"/>
  </p:notesMasterIdLst>
  <p:handoutMasterIdLst>
    <p:handoutMasterId r:id="rId21"/>
  </p:handoutMasterIdLst>
  <p:sldIdLst>
    <p:sldId id="260" r:id="rId2"/>
    <p:sldId id="307" r:id="rId3"/>
    <p:sldId id="308" r:id="rId4"/>
    <p:sldId id="309" r:id="rId5"/>
    <p:sldId id="322" r:id="rId6"/>
    <p:sldId id="323" r:id="rId7"/>
    <p:sldId id="324" r:id="rId8"/>
    <p:sldId id="310" r:id="rId9"/>
    <p:sldId id="317" r:id="rId10"/>
    <p:sldId id="319" r:id="rId11"/>
    <p:sldId id="320" r:id="rId12"/>
    <p:sldId id="321" r:id="rId13"/>
    <p:sldId id="311" r:id="rId14"/>
    <p:sldId id="313" r:id="rId15"/>
    <p:sldId id="315" r:id="rId16"/>
    <p:sldId id="318" r:id="rId17"/>
    <p:sldId id="316" r:id="rId18"/>
    <p:sldId id="305" r:id="rId19"/>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1008">
          <p15:clr>
            <a:srgbClr val="A4A3A4"/>
          </p15:clr>
        </p15:guide>
        <p15:guide id="3" orient="horz" pos="3792">
          <p15:clr>
            <a:srgbClr val="A4A3A4"/>
          </p15:clr>
        </p15:guide>
        <p15:guide id="4" orient="horz" pos="1152">
          <p15:clr>
            <a:srgbClr val="A4A3A4"/>
          </p15:clr>
        </p15:guide>
        <p15:guide id="5" orient="horz" pos="3360">
          <p15:clr>
            <a:srgbClr val="A4A3A4"/>
          </p15:clr>
        </p15:guide>
        <p15:guide id="6" orient="horz" pos="3072">
          <p15:clr>
            <a:srgbClr val="A4A3A4"/>
          </p15:clr>
        </p15:guide>
        <p15:guide id="7" orient="horz" pos="864">
          <p15:clr>
            <a:srgbClr val="A4A3A4"/>
          </p15:clr>
        </p15:guide>
        <p15:guide id="8" orient="horz" pos="528">
          <p15:clr>
            <a:srgbClr val="A4A3A4"/>
          </p15:clr>
        </p15:guide>
        <p15:guide id="9" orient="horz" pos="2784">
          <p15:clr>
            <a:srgbClr val="A4A3A4"/>
          </p15:clr>
        </p15:guide>
        <p15:guide id="10" pos="3839">
          <p15:clr>
            <a:srgbClr val="A4A3A4"/>
          </p15:clr>
        </p15:guide>
        <p15:guide id="11" pos="959">
          <p15:clr>
            <a:srgbClr val="A4A3A4"/>
          </p15:clr>
        </p15:guide>
        <p15:guide id="12" pos="7007">
          <p15:clr>
            <a:srgbClr val="A4A3A4"/>
          </p15:clr>
        </p15:guide>
        <p15:guide id="13" pos="6719">
          <p15:clr>
            <a:srgbClr val="A4A3A4"/>
          </p15:clr>
        </p15:guide>
        <p15:guide id="14" pos="6143">
          <p15:clr>
            <a:srgbClr val="A4A3A4"/>
          </p15:clr>
        </p15:guide>
        <p15:guide id="15" pos="3983">
          <p15:clr>
            <a:srgbClr val="A4A3A4"/>
          </p15:clr>
        </p15:guide>
        <p15:guide id="16" pos="527">
          <p15:clr>
            <a:srgbClr val="A4A3A4"/>
          </p15:clr>
        </p15:guide>
        <p15:guide id="17" pos="715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FF66"/>
    <a:srgbClr val="FF9933"/>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12CCDCB-5598-4A2B-92B1-16170C020150}" v="14" dt="2025-06-13T17:32:32.06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p:cViewPr varScale="1">
        <p:scale>
          <a:sx n="96" d="100"/>
          <a:sy n="96" d="100"/>
        </p:scale>
        <p:origin x="178" y="67"/>
      </p:cViewPr>
      <p:guideLst>
        <p:guide orient="horz" pos="2160"/>
        <p:guide orient="horz" pos="1008"/>
        <p:guide orient="horz" pos="3792"/>
        <p:guide orient="horz" pos="1152"/>
        <p:guide orient="horz" pos="3360"/>
        <p:guide orient="horz" pos="3072"/>
        <p:guide orient="horz" pos="864"/>
        <p:guide orient="horz" pos="528"/>
        <p:guide orient="horz" pos="2784"/>
        <p:guide pos="3839"/>
        <p:guide pos="959"/>
        <p:guide pos="7007"/>
        <p:guide pos="6719"/>
        <p:guide pos="6143"/>
        <p:guide pos="3983"/>
        <p:guide pos="527"/>
        <p:guide pos="7151"/>
      </p:guideLst>
    </p:cSldViewPr>
  </p:slideViewPr>
  <p:notesTextViewPr>
    <p:cViewPr>
      <p:scale>
        <a:sx n="1" d="1"/>
        <a:sy n="1" d="1"/>
      </p:scale>
      <p:origin x="0" y="0"/>
    </p:cViewPr>
  </p:notesTextViewPr>
  <p:notesViewPr>
    <p:cSldViewPr>
      <p:cViewPr varScale="1">
        <p:scale>
          <a:sx n="76" d="100"/>
          <a:sy n="76" d="100"/>
        </p:scale>
        <p:origin x="1680"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kash Anand" userId="add4ec0068d5ce1d" providerId="LiveId" clId="{C12CCDCB-5598-4A2B-92B1-16170C020150}"/>
    <pc:docChg chg="undo custSel addSld modSld">
      <pc:chgData name="Akash Anand" userId="add4ec0068d5ce1d" providerId="LiveId" clId="{C12CCDCB-5598-4A2B-92B1-16170C020150}" dt="2025-06-13T17:32:52.338" v="153" actId="27636"/>
      <pc:docMkLst>
        <pc:docMk/>
      </pc:docMkLst>
      <pc:sldChg chg="modSp mod">
        <pc:chgData name="Akash Anand" userId="add4ec0068d5ce1d" providerId="LiveId" clId="{C12CCDCB-5598-4A2B-92B1-16170C020150}" dt="2025-06-10T06:02:19.906" v="0" actId="20577"/>
        <pc:sldMkLst>
          <pc:docMk/>
          <pc:sldMk cId="685996370" sldId="260"/>
        </pc:sldMkLst>
        <pc:spChg chg="mod">
          <ac:chgData name="Akash Anand" userId="add4ec0068d5ce1d" providerId="LiveId" clId="{C12CCDCB-5598-4A2B-92B1-16170C020150}" dt="2025-06-10T06:02:19.906" v="0" actId="20577"/>
          <ac:spMkLst>
            <pc:docMk/>
            <pc:sldMk cId="685996370" sldId="260"/>
            <ac:spMk id="14" creationId="{00000000-0000-0000-0000-000000000000}"/>
          </ac:spMkLst>
        </pc:spChg>
      </pc:sldChg>
      <pc:sldChg chg="modSp mod">
        <pc:chgData name="Akash Anand" userId="add4ec0068d5ce1d" providerId="LiveId" clId="{C12CCDCB-5598-4A2B-92B1-16170C020150}" dt="2025-06-13T17:24:43.514" v="50" actId="5793"/>
        <pc:sldMkLst>
          <pc:docMk/>
          <pc:sldMk cId="0" sldId="307"/>
        </pc:sldMkLst>
        <pc:spChg chg="mod">
          <ac:chgData name="Akash Anand" userId="add4ec0068d5ce1d" providerId="LiveId" clId="{C12CCDCB-5598-4A2B-92B1-16170C020150}" dt="2025-06-13T17:24:43.514" v="50" actId="5793"/>
          <ac:spMkLst>
            <pc:docMk/>
            <pc:sldMk cId="0" sldId="307"/>
            <ac:spMk id="3" creationId="{00000000-0000-0000-0000-000000000000}"/>
          </ac:spMkLst>
        </pc:spChg>
      </pc:sldChg>
      <pc:sldChg chg="modSp mod">
        <pc:chgData name="Akash Anand" userId="add4ec0068d5ce1d" providerId="LiveId" clId="{C12CCDCB-5598-4A2B-92B1-16170C020150}" dt="2025-06-13T17:12:55.479" v="5" actId="123"/>
        <pc:sldMkLst>
          <pc:docMk/>
          <pc:sldMk cId="0" sldId="308"/>
        </pc:sldMkLst>
        <pc:spChg chg="mod">
          <ac:chgData name="Akash Anand" userId="add4ec0068d5ce1d" providerId="LiveId" clId="{C12CCDCB-5598-4A2B-92B1-16170C020150}" dt="2025-06-13T17:12:55.479" v="5" actId="123"/>
          <ac:spMkLst>
            <pc:docMk/>
            <pc:sldMk cId="0" sldId="308"/>
            <ac:spMk id="3" creationId="{00000000-0000-0000-0000-000000000000}"/>
          </ac:spMkLst>
        </pc:spChg>
      </pc:sldChg>
      <pc:sldChg chg="modSp mod">
        <pc:chgData name="Akash Anand" userId="add4ec0068d5ce1d" providerId="LiveId" clId="{C12CCDCB-5598-4A2B-92B1-16170C020150}" dt="2025-06-13T17:13:09.651" v="6" actId="123"/>
        <pc:sldMkLst>
          <pc:docMk/>
          <pc:sldMk cId="0" sldId="309"/>
        </pc:sldMkLst>
        <pc:spChg chg="mod">
          <ac:chgData name="Akash Anand" userId="add4ec0068d5ce1d" providerId="LiveId" clId="{C12CCDCB-5598-4A2B-92B1-16170C020150}" dt="2025-06-13T17:13:09.651" v="6" actId="123"/>
          <ac:spMkLst>
            <pc:docMk/>
            <pc:sldMk cId="0" sldId="309"/>
            <ac:spMk id="3" creationId="{00000000-0000-0000-0000-000000000000}"/>
          </ac:spMkLst>
        </pc:spChg>
      </pc:sldChg>
      <pc:sldChg chg="modSp mod">
        <pc:chgData name="Akash Anand" userId="add4ec0068d5ce1d" providerId="LiveId" clId="{C12CCDCB-5598-4A2B-92B1-16170C020150}" dt="2025-06-13T17:13:22.594" v="7" actId="123"/>
        <pc:sldMkLst>
          <pc:docMk/>
          <pc:sldMk cId="0" sldId="310"/>
        </pc:sldMkLst>
        <pc:spChg chg="mod">
          <ac:chgData name="Akash Anand" userId="add4ec0068d5ce1d" providerId="LiveId" clId="{C12CCDCB-5598-4A2B-92B1-16170C020150}" dt="2025-06-13T17:13:22.594" v="7" actId="123"/>
          <ac:spMkLst>
            <pc:docMk/>
            <pc:sldMk cId="0" sldId="310"/>
            <ac:spMk id="3" creationId="{00000000-0000-0000-0000-000000000000}"/>
          </ac:spMkLst>
        </pc:spChg>
      </pc:sldChg>
      <pc:sldChg chg="modSp mod">
        <pc:chgData name="Akash Anand" userId="add4ec0068d5ce1d" providerId="LiveId" clId="{C12CCDCB-5598-4A2B-92B1-16170C020150}" dt="2025-06-13T17:14:01.523" v="10" actId="123"/>
        <pc:sldMkLst>
          <pc:docMk/>
          <pc:sldMk cId="0" sldId="311"/>
        </pc:sldMkLst>
        <pc:spChg chg="mod">
          <ac:chgData name="Akash Anand" userId="add4ec0068d5ce1d" providerId="LiveId" clId="{C12CCDCB-5598-4A2B-92B1-16170C020150}" dt="2025-06-13T17:14:01.523" v="10" actId="123"/>
          <ac:spMkLst>
            <pc:docMk/>
            <pc:sldMk cId="0" sldId="311"/>
            <ac:spMk id="3" creationId="{00000000-0000-0000-0000-000000000000}"/>
          </ac:spMkLst>
        </pc:spChg>
      </pc:sldChg>
      <pc:sldChg chg="modSp mod">
        <pc:chgData name="Akash Anand" userId="add4ec0068d5ce1d" providerId="LiveId" clId="{C12CCDCB-5598-4A2B-92B1-16170C020150}" dt="2025-06-13T17:32:52.338" v="153" actId="27636"/>
        <pc:sldMkLst>
          <pc:docMk/>
          <pc:sldMk cId="0" sldId="316"/>
        </pc:sldMkLst>
        <pc:spChg chg="mod">
          <ac:chgData name="Akash Anand" userId="add4ec0068d5ce1d" providerId="LiveId" clId="{C12CCDCB-5598-4A2B-92B1-16170C020150}" dt="2025-06-13T17:32:52.338" v="153" actId="27636"/>
          <ac:spMkLst>
            <pc:docMk/>
            <pc:sldMk cId="0" sldId="316"/>
            <ac:spMk id="3" creationId="{00000000-0000-0000-0000-000000000000}"/>
          </ac:spMkLst>
        </pc:spChg>
      </pc:sldChg>
      <pc:sldChg chg="modSp mod">
        <pc:chgData name="Akash Anand" userId="add4ec0068d5ce1d" providerId="LiveId" clId="{C12CCDCB-5598-4A2B-92B1-16170C020150}" dt="2025-06-13T17:14:11.702" v="11" actId="123"/>
        <pc:sldMkLst>
          <pc:docMk/>
          <pc:sldMk cId="3758537904" sldId="318"/>
        </pc:sldMkLst>
        <pc:spChg chg="mod">
          <ac:chgData name="Akash Anand" userId="add4ec0068d5ce1d" providerId="LiveId" clId="{C12CCDCB-5598-4A2B-92B1-16170C020150}" dt="2025-06-13T17:14:11.702" v="11" actId="123"/>
          <ac:spMkLst>
            <pc:docMk/>
            <pc:sldMk cId="3758537904" sldId="318"/>
            <ac:spMk id="3" creationId="{0E3863AF-E6B7-6F17-8396-1C5B687A5102}"/>
          </ac:spMkLst>
        </pc:spChg>
      </pc:sldChg>
      <pc:sldChg chg="modSp mod">
        <pc:chgData name="Akash Anand" userId="add4ec0068d5ce1d" providerId="LiveId" clId="{C12CCDCB-5598-4A2B-92B1-16170C020150}" dt="2025-06-13T17:13:34.930" v="8" actId="123"/>
        <pc:sldMkLst>
          <pc:docMk/>
          <pc:sldMk cId="486342262" sldId="319"/>
        </pc:sldMkLst>
        <pc:spChg chg="mod">
          <ac:chgData name="Akash Anand" userId="add4ec0068d5ce1d" providerId="LiveId" clId="{C12CCDCB-5598-4A2B-92B1-16170C020150}" dt="2025-06-13T17:13:34.930" v="8" actId="123"/>
          <ac:spMkLst>
            <pc:docMk/>
            <pc:sldMk cId="486342262" sldId="319"/>
            <ac:spMk id="3" creationId="{F0108FB7-05C0-51C7-2E29-6B3252CD76EF}"/>
          </ac:spMkLst>
        </pc:spChg>
      </pc:sldChg>
      <pc:sldChg chg="modSp mod">
        <pc:chgData name="Akash Anand" userId="add4ec0068d5ce1d" providerId="LiveId" clId="{C12CCDCB-5598-4A2B-92B1-16170C020150}" dt="2025-06-13T17:13:47.609" v="9" actId="123"/>
        <pc:sldMkLst>
          <pc:docMk/>
          <pc:sldMk cId="3856150609" sldId="320"/>
        </pc:sldMkLst>
        <pc:spChg chg="mod">
          <ac:chgData name="Akash Anand" userId="add4ec0068d5ce1d" providerId="LiveId" clId="{C12CCDCB-5598-4A2B-92B1-16170C020150}" dt="2025-06-13T17:13:47.609" v="9" actId="123"/>
          <ac:spMkLst>
            <pc:docMk/>
            <pc:sldMk cId="3856150609" sldId="320"/>
            <ac:spMk id="3" creationId="{CED3C994-B31F-1C0C-F431-D977117BB86E}"/>
          </ac:spMkLst>
        </pc:spChg>
      </pc:sldChg>
      <pc:sldChg chg="addSp modSp new mod">
        <pc:chgData name="Akash Anand" userId="add4ec0068d5ce1d" providerId="LiveId" clId="{C12CCDCB-5598-4A2B-92B1-16170C020150}" dt="2025-06-13T17:29:08.213" v="107" actId="20577"/>
        <pc:sldMkLst>
          <pc:docMk/>
          <pc:sldMk cId="2926177007" sldId="322"/>
        </pc:sldMkLst>
        <pc:spChg chg="mod">
          <ac:chgData name="Akash Anand" userId="add4ec0068d5ce1d" providerId="LiveId" clId="{C12CCDCB-5598-4A2B-92B1-16170C020150}" dt="2025-06-13T17:25:42.500" v="74" actId="113"/>
          <ac:spMkLst>
            <pc:docMk/>
            <pc:sldMk cId="2926177007" sldId="322"/>
            <ac:spMk id="2" creationId="{4D049FD0-BEFD-7A4E-4DEE-4D5C92606093}"/>
          </ac:spMkLst>
        </pc:spChg>
        <pc:spChg chg="mod">
          <ac:chgData name="Akash Anand" userId="add4ec0068d5ce1d" providerId="LiveId" clId="{C12CCDCB-5598-4A2B-92B1-16170C020150}" dt="2025-06-13T17:29:08.213" v="107" actId="20577"/>
          <ac:spMkLst>
            <pc:docMk/>
            <pc:sldMk cId="2926177007" sldId="322"/>
            <ac:spMk id="3" creationId="{3B3D665C-5C8E-457B-85E1-FE044EB1EAA0}"/>
          </ac:spMkLst>
        </pc:spChg>
        <pc:spChg chg="add">
          <ac:chgData name="Akash Anand" userId="add4ec0068d5ce1d" providerId="LiveId" clId="{C12CCDCB-5598-4A2B-92B1-16170C020150}" dt="2025-06-13T17:26:18.542" v="75"/>
          <ac:spMkLst>
            <pc:docMk/>
            <pc:sldMk cId="2926177007" sldId="322"/>
            <ac:spMk id="4" creationId="{1EBA4183-1BBA-3FB9-920E-633ACBF247BE}"/>
          </ac:spMkLst>
        </pc:spChg>
        <pc:spChg chg="add">
          <ac:chgData name="Akash Anand" userId="add4ec0068d5ce1d" providerId="LiveId" clId="{C12CCDCB-5598-4A2B-92B1-16170C020150}" dt="2025-06-13T17:26:18.542" v="75"/>
          <ac:spMkLst>
            <pc:docMk/>
            <pc:sldMk cId="2926177007" sldId="322"/>
            <ac:spMk id="5" creationId="{B3B76F32-3518-90EA-E6AD-90BC5227E171}"/>
          </ac:spMkLst>
        </pc:spChg>
        <pc:spChg chg="add">
          <ac:chgData name="Akash Anand" userId="add4ec0068d5ce1d" providerId="LiveId" clId="{C12CCDCB-5598-4A2B-92B1-16170C020150}" dt="2025-06-13T17:26:18.542" v="75"/>
          <ac:spMkLst>
            <pc:docMk/>
            <pc:sldMk cId="2926177007" sldId="322"/>
            <ac:spMk id="6" creationId="{663B2B65-A7B6-0229-445A-BCC1A4CFA104}"/>
          </ac:spMkLst>
        </pc:spChg>
        <pc:spChg chg="add">
          <ac:chgData name="Akash Anand" userId="add4ec0068d5ce1d" providerId="LiveId" clId="{C12CCDCB-5598-4A2B-92B1-16170C020150}" dt="2025-06-13T17:26:18.542" v="75"/>
          <ac:spMkLst>
            <pc:docMk/>
            <pc:sldMk cId="2926177007" sldId="322"/>
            <ac:spMk id="7" creationId="{58CE5E70-41E7-3784-D1F5-3B5F90F5119F}"/>
          </ac:spMkLst>
        </pc:spChg>
        <pc:spChg chg="add">
          <ac:chgData name="Akash Anand" userId="add4ec0068d5ce1d" providerId="LiveId" clId="{C12CCDCB-5598-4A2B-92B1-16170C020150}" dt="2025-06-13T17:26:18.542" v="75"/>
          <ac:spMkLst>
            <pc:docMk/>
            <pc:sldMk cId="2926177007" sldId="322"/>
            <ac:spMk id="8" creationId="{F4F6355D-691D-E316-6116-DD213FF5D1F8}"/>
          </ac:spMkLst>
        </pc:spChg>
        <pc:spChg chg="add">
          <ac:chgData name="Akash Anand" userId="add4ec0068d5ce1d" providerId="LiveId" clId="{C12CCDCB-5598-4A2B-92B1-16170C020150}" dt="2025-06-13T17:26:18.542" v="75"/>
          <ac:spMkLst>
            <pc:docMk/>
            <pc:sldMk cId="2926177007" sldId="322"/>
            <ac:spMk id="9" creationId="{A15D4B9E-1940-DC3D-37E6-0C09860380D6}"/>
          </ac:spMkLst>
        </pc:spChg>
        <pc:spChg chg="add">
          <ac:chgData name="Akash Anand" userId="add4ec0068d5ce1d" providerId="LiveId" clId="{C12CCDCB-5598-4A2B-92B1-16170C020150}" dt="2025-06-13T17:26:18.542" v="75"/>
          <ac:spMkLst>
            <pc:docMk/>
            <pc:sldMk cId="2926177007" sldId="322"/>
            <ac:spMk id="10" creationId="{F8043F8D-2BCA-3239-C9EA-7F0F6C04EEE9}"/>
          </ac:spMkLst>
        </pc:spChg>
      </pc:sldChg>
      <pc:sldChg chg="addSp delSp modSp new mod">
        <pc:chgData name="Akash Anand" userId="add4ec0068d5ce1d" providerId="LiveId" clId="{C12CCDCB-5598-4A2B-92B1-16170C020150}" dt="2025-06-13T17:29:57.973" v="120" actId="123"/>
        <pc:sldMkLst>
          <pc:docMk/>
          <pc:sldMk cId="2368147392" sldId="323"/>
        </pc:sldMkLst>
        <pc:spChg chg="del">
          <ac:chgData name="Akash Anand" userId="add4ec0068d5ce1d" providerId="LiveId" clId="{C12CCDCB-5598-4A2B-92B1-16170C020150}" dt="2025-06-13T17:28:12.474" v="89" actId="21"/>
          <ac:spMkLst>
            <pc:docMk/>
            <pc:sldMk cId="2368147392" sldId="323"/>
            <ac:spMk id="2" creationId="{2A9B2CD4-DC2E-20D4-C24B-DCEB055D27E9}"/>
          </ac:spMkLst>
        </pc:spChg>
        <pc:spChg chg="add del mod">
          <ac:chgData name="Akash Anand" userId="add4ec0068d5ce1d" providerId="LiveId" clId="{C12CCDCB-5598-4A2B-92B1-16170C020150}" dt="2025-06-13T17:29:57.973" v="120" actId="123"/>
          <ac:spMkLst>
            <pc:docMk/>
            <pc:sldMk cId="2368147392" sldId="323"/>
            <ac:spMk id="3" creationId="{A56802E7-BD8C-2D9B-C870-1F3473AE6DA5}"/>
          </ac:spMkLst>
        </pc:spChg>
        <pc:spChg chg="add mod">
          <ac:chgData name="Akash Anand" userId="add4ec0068d5ce1d" providerId="LiveId" clId="{C12CCDCB-5598-4A2B-92B1-16170C020150}" dt="2025-06-13T17:28:29.375" v="95"/>
          <ac:spMkLst>
            <pc:docMk/>
            <pc:sldMk cId="2368147392" sldId="323"/>
            <ac:spMk id="4" creationId="{2A9B2CD4-DC2E-20D4-C24B-DCEB055D27E9}"/>
          </ac:spMkLst>
        </pc:spChg>
        <pc:picChg chg="add mod">
          <ac:chgData name="Akash Anand" userId="add4ec0068d5ce1d" providerId="LiveId" clId="{C12CCDCB-5598-4A2B-92B1-16170C020150}" dt="2025-06-13T17:28:31.072" v="97"/>
          <ac:picMkLst>
            <pc:docMk/>
            <pc:sldMk cId="2368147392" sldId="323"/>
            <ac:picMk id="5" creationId="{AF101DF9-B62F-6632-93F5-1AFBCF1B5B20}"/>
          </ac:picMkLst>
        </pc:picChg>
      </pc:sldChg>
      <pc:sldChg chg="delSp modSp new mod">
        <pc:chgData name="Akash Anand" userId="add4ec0068d5ce1d" providerId="LiveId" clId="{C12CCDCB-5598-4A2B-92B1-16170C020150}" dt="2025-06-13T17:31:27.697" v="138" actId="113"/>
        <pc:sldMkLst>
          <pc:docMk/>
          <pc:sldMk cId="3333161463" sldId="324"/>
        </pc:sldMkLst>
        <pc:spChg chg="del">
          <ac:chgData name="Akash Anand" userId="add4ec0068d5ce1d" providerId="LiveId" clId="{C12CCDCB-5598-4A2B-92B1-16170C020150}" dt="2025-06-13T17:30:21.314" v="122" actId="21"/>
          <ac:spMkLst>
            <pc:docMk/>
            <pc:sldMk cId="3333161463" sldId="324"/>
            <ac:spMk id="2" creationId="{62A38FFB-3FCD-0B18-42A5-E70927EA0E53}"/>
          </ac:spMkLst>
        </pc:spChg>
        <pc:spChg chg="mod">
          <ac:chgData name="Akash Anand" userId="add4ec0068d5ce1d" providerId="LiveId" clId="{C12CCDCB-5598-4A2B-92B1-16170C020150}" dt="2025-06-13T17:31:27.697" v="138" actId="113"/>
          <ac:spMkLst>
            <pc:docMk/>
            <pc:sldMk cId="3333161463" sldId="324"/>
            <ac:spMk id="3" creationId="{2FF44805-4F9C-FDA7-64BC-E03AE6AEAA4B}"/>
          </ac:spMkLst>
        </pc:spChg>
      </pc:sldChg>
    </pc:docChg>
  </pc:docChgLst>
  <pc:docChgLst>
    <pc:chgData name="Akash Anand" userId="add4ec0068d5ce1d" providerId="LiveId" clId="{E51111C1-F7A9-41B1-961C-6EAD9B8995C3}"/>
    <pc:docChg chg="custSel modSld">
      <pc:chgData name="Akash Anand" userId="add4ec0068d5ce1d" providerId="LiveId" clId="{E51111C1-F7A9-41B1-961C-6EAD9B8995C3}" dt="2025-03-21T20:59:25.894" v="19" actId="20577"/>
      <pc:docMkLst>
        <pc:docMk/>
      </pc:docMkLst>
      <pc:sldChg chg="modSp mod">
        <pc:chgData name="Akash Anand" userId="add4ec0068d5ce1d" providerId="LiveId" clId="{E51111C1-F7A9-41B1-961C-6EAD9B8995C3}" dt="2025-03-21T20:59:25.894" v="19" actId="20577"/>
        <pc:sldMkLst>
          <pc:docMk/>
          <pc:sldMk cId="0" sldId="307"/>
        </pc:sldMkLst>
        <pc:spChg chg="mod">
          <ac:chgData name="Akash Anand" userId="add4ec0068d5ce1d" providerId="LiveId" clId="{E51111C1-F7A9-41B1-961C-6EAD9B8995C3}" dt="2025-03-21T20:59:25.894" v="19" actId="20577"/>
          <ac:spMkLst>
            <pc:docMk/>
            <pc:sldMk cId="0" sldId="307"/>
            <ac:spMk id="3" creationId="{00000000-0000-0000-0000-000000000000}"/>
          </ac:spMkLst>
        </pc:spChg>
      </pc:sldChg>
      <pc:sldChg chg="modSp mod">
        <pc:chgData name="Akash Anand" userId="add4ec0068d5ce1d" providerId="LiveId" clId="{E51111C1-F7A9-41B1-961C-6EAD9B8995C3}" dt="2025-03-21T20:58:55.636" v="1" actId="113"/>
        <pc:sldMkLst>
          <pc:docMk/>
          <pc:sldMk cId="0" sldId="309"/>
        </pc:sldMkLst>
        <pc:spChg chg="mod">
          <ac:chgData name="Akash Anand" userId="add4ec0068d5ce1d" providerId="LiveId" clId="{E51111C1-F7A9-41B1-961C-6EAD9B8995C3}" dt="2025-03-21T20:58:55.636" v="1" actId="113"/>
          <ac:spMkLst>
            <pc:docMk/>
            <pc:sldMk cId="0" sldId="309"/>
            <ac:spMk id="2"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04A8D02-4E65-4CCD-8312-4AB164C6C77D}" type="datetimeFigureOut">
              <a:rPr lang="en-US"/>
              <a:pPr/>
              <a:t>6/13/2025</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C119DBA-4540-49B3-8FA9-6259387ECF9E}" type="slidenum">
              <a:rPr/>
              <a:pPr/>
              <a:t>‹#›</a:t>
            </a:fld>
            <a:endParaRPr/>
          </a:p>
        </p:txBody>
      </p:sp>
    </p:spTree>
    <p:extLst>
      <p:ext uri="{BB962C8B-B14F-4D97-AF65-F5344CB8AC3E}">
        <p14:creationId xmlns:p14="http://schemas.microsoft.com/office/powerpoint/2010/main" val="35876198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7A755D9-D361-47B8-9652-3B4EA9776CE5}" type="datetimeFigureOut">
              <a:rPr lang="en-US"/>
              <a:pPr/>
              <a:t>6/13/2025</a:t>
            </a:fld>
            <a:endParaRPr/>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3B36274-F2B9-4C45-BBB4-0EDF4CD651A7}" type="slidenum">
              <a:rPr/>
              <a:pPr/>
              <a:t>‹#›</a:t>
            </a:fld>
            <a:endParaRPr/>
          </a:p>
        </p:txBody>
      </p:sp>
    </p:spTree>
    <p:extLst>
      <p:ext uri="{BB962C8B-B14F-4D97-AF65-F5344CB8AC3E}">
        <p14:creationId xmlns:p14="http://schemas.microsoft.com/office/powerpoint/2010/main" val="21476885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2413" y="1371600"/>
            <a:ext cx="9144000" cy="3505200"/>
          </a:xfrm>
        </p:spPr>
        <p:txBody>
          <a:bodyPr>
            <a:noAutofit/>
          </a:bodyPr>
          <a:lstStyle>
            <a:lvl1pPr>
              <a:defRPr sz="7200"/>
            </a:lvl1pPr>
          </a:lstStyle>
          <a:p>
            <a:r>
              <a:rPr lang="en-US"/>
              <a:t>Click to edit Master title style</a:t>
            </a:r>
            <a:endParaRPr/>
          </a:p>
        </p:txBody>
      </p:sp>
      <p:sp>
        <p:nvSpPr>
          <p:cNvPr id="3" name="Subtitle 2"/>
          <p:cNvSpPr>
            <a:spLocks noGrp="1"/>
          </p:cNvSpPr>
          <p:nvPr>
            <p:ph type="subTitle" idx="1"/>
          </p:nvPr>
        </p:nvSpPr>
        <p:spPr>
          <a:xfrm>
            <a:off x="1522413" y="4953000"/>
            <a:ext cx="8229600" cy="1066800"/>
          </a:xfrm>
        </p:spPr>
        <p:txBody>
          <a:bodyPr>
            <a:normAutofit/>
          </a:bodyPr>
          <a:lstStyle>
            <a:lvl1pPr marL="0" indent="0" algn="l">
              <a:spcBef>
                <a:spcPts val="0"/>
              </a:spcBef>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83829175-527E-46A3-863C-1BB1F163B849}" type="datetimeFigureOut">
              <a:rPr lang="en-US" smtClean="0"/>
              <a:pPr/>
              <a:t>6/13/2025</a:t>
            </a:fld>
            <a:endParaRPr lang="en-US"/>
          </a:p>
        </p:txBody>
      </p:sp>
      <p:sp>
        <p:nvSpPr>
          <p:cNvPr id="6" name="Slide Number Placeholder 5"/>
          <p:cNvSpPr>
            <a:spLocks noGrp="1"/>
          </p:cNvSpPr>
          <p:nvPr>
            <p:ph type="sldNum" sz="quarter" idx="12"/>
          </p:nvPr>
        </p:nvSpPr>
        <p:spPr/>
        <p:txBody>
          <a:bodyPr/>
          <a:lstStyle/>
          <a:p>
            <a:fld id="{E5137D0E-4A4F-4307-8994-C1891D747D59}" type="slidenum">
              <a:rPr lang="en-US" smtClean="0"/>
              <a:pPr/>
              <a:t>‹#›</a:t>
            </a:fld>
            <a:endParaRPr lang="en-US"/>
          </a:p>
        </p:txBody>
      </p:sp>
    </p:spTree>
    <p:extLst>
      <p:ext uri="{BB962C8B-B14F-4D97-AF65-F5344CB8AC3E}">
        <p14:creationId xmlns:p14="http://schemas.microsoft.com/office/powerpoint/2010/main" val="4107501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2pPr>
              <a:buClr>
                <a:schemeClr val="accent2"/>
              </a:buClr>
              <a:defRPr/>
            </a:lvl2pPr>
            <a:lvl5pPr>
              <a:defRPr/>
            </a:lvl5pPr>
            <a:lvl6pPr>
              <a:buClr>
                <a:schemeClr val="accent2"/>
              </a:buClr>
              <a:defRPr baseline="0"/>
            </a:lvl6pPr>
            <a:lvl7pPr>
              <a:buClr>
                <a:schemeClr val="accent2"/>
              </a:buClr>
              <a:defRPr baseline="0"/>
            </a:lvl7pPr>
            <a:lvl8pPr>
              <a:buClr>
                <a:schemeClr val="accent2"/>
              </a:buClr>
              <a:defRPr baseline="0"/>
            </a:lvl8pPr>
            <a:lvl9pPr>
              <a:buClr>
                <a:schemeClr val="accent2"/>
              </a:buClr>
              <a:defRPr baseline="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83829175-527E-46A3-863C-1BB1F163B849}" type="datetimeFigureOut">
              <a:rPr lang="en-US" smtClean="0"/>
              <a:pPr/>
              <a:t>6/13/2025</a:t>
            </a:fld>
            <a:endParaRPr lang="en-US"/>
          </a:p>
        </p:txBody>
      </p:sp>
      <p:sp>
        <p:nvSpPr>
          <p:cNvPr id="6" name="Slide Number Placeholder 5"/>
          <p:cNvSpPr>
            <a:spLocks noGrp="1"/>
          </p:cNvSpPr>
          <p:nvPr>
            <p:ph type="sldNum" sz="quarter" idx="12"/>
          </p:nvPr>
        </p:nvSpPr>
        <p:spPr/>
        <p:txBody>
          <a:bodyPr/>
          <a:lstStyle/>
          <a:p>
            <a:fld id="{E5137D0E-4A4F-4307-8994-C1891D747D59}" type="slidenum">
              <a:rPr lang="en-US" smtClean="0"/>
              <a:pPr/>
              <a:t>‹#›</a:t>
            </a:fld>
            <a:endParaRPr lang="en-US"/>
          </a:p>
        </p:txBody>
      </p:sp>
    </p:spTree>
    <p:extLst>
      <p:ext uri="{BB962C8B-B14F-4D97-AF65-F5344CB8AC3E}">
        <p14:creationId xmlns:p14="http://schemas.microsoft.com/office/powerpoint/2010/main" val="8363373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22414" y="2514601"/>
            <a:ext cx="9144000" cy="2819400"/>
          </a:xfrm>
        </p:spPr>
        <p:txBody>
          <a:bodyPr anchor="b">
            <a:noAutofit/>
          </a:bodyPr>
          <a:lstStyle>
            <a:lvl1pPr algn="l">
              <a:defRPr sz="6600" b="0" i="0" cap="none" baseline="0"/>
            </a:lvl1pPr>
          </a:lstStyle>
          <a:p>
            <a:r>
              <a:rPr lang="en-US"/>
              <a:t>Click to edit Master title style</a:t>
            </a:r>
            <a:endParaRPr/>
          </a:p>
        </p:txBody>
      </p:sp>
      <p:sp>
        <p:nvSpPr>
          <p:cNvPr id="3" name="Text Placeholder 2"/>
          <p:cNvSpPr>
            <a:spLocks noGrp="1"/>
          </p:cNvSpPr>
          <p:nvPr>
            <p:ph type="body" idx="1"/>
          </p:nvPr>
        </p:nvSpPr>
        <p:spPr>
          <a:xfrm>
            <a:off x="1522413" y="990600"/>
            <a:ext cx="8229600" cy="1143000"/>
          </a:xfrm>
        </p:spPr>
        <p:txBody>
          <a:bodyPr anchor="t">
            <a:normAutofit/>
          </a:bodyPr>
          <a:lstStyle>
            <a:lvl1pPr marL="0" indent="0">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83829175-527E-46A3-863C-1BB1F163B849}" type="datetimeFigureOut">
              <a:rPr lang="en-US" smtClean="0"/>
              <a:pPr/>
              <a:t>6/13/2025</a:t>
            </a:fld>
            <a:endParaRPr lang="en-US"/>
          </a:p>
        </p:txBody>
      </p:sp>
      <p:sp>
        <p:nvSpPr>
          <p:cNvPr id="6" name="Slide Number Placeholder 5"/>
          <p:cNvSpPr>
            <a:spLocks noGrp="1"/>
          </p:cNvSpPr>
          <p:nvPr>
            <p:ph type="sldNum" sz="quarter" idx="12"/>
          </p:nvPr>
        </p:nvSpPr>
        <p:spPr/>
        <p:txBody>
          <a:bodyPr/>
          <a:lstStyle/>
          <a:p>
            <a:fld id="{E5137D0E-4A4F-4307-8994-C1891D747D59}" type="slidenum">
              <a:rPr lang="en-US" smtClean="0"/>
              <a:pPr/>
              <a:t>‹#›</a:t>
            </a:fld>
            <a:endParaRPr lang="en-US"/>
          </a:p>
        </p:txBody>
      </p:sp>
    </p:spTree>
    <p:extLst>
      <p:ext uri="{BB962C8B-B14F-4D97-AF65-F5344CB8AC3E}">
        <p14:creationId xmlns:p14="http://schemas.microsoft.com/office/powerpoint/2010/main" val="35916543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522414" y="533400"/>
            <a:ext cx="9601200" cy="1143000"/>
          </a:xfrm>
        </p:spPr>
        <p:txBody>
          <a:bodyPr/>
          <a:lstStyle/>
          <a:p>
            <a:r>
              <a:rPr lang="en-US"/>
              <a:t>Click to edit Master title style</a:t>
            </a:r>
            <a:endParaRPr/>
          </a:p>
        </p:txBody>
      </p:sp>
      <p:sp>
        <p:nvSpPr>
          <p:cNvPr id="3" name="Content Placeholder 2"/>
          <p:cNvSpPr>
            <a:spLocks noGrp="1"/>
          </p:cNvSpPr>
          <p:nvPr>
            <p:ph sz="half" idx="1"/>
          </p:nvPr>
        </p:nvSpPr>
        <p:spPr>
          <a:xfrm>
            <a:off x="1522414" y="1828800"/>
            <a:ext cx="4645152" cy="41910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475412" y="1828800"/>
            <a:ext cx="4648201" cy="41910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83829175-527E-46A3-863C-1BB1F163B849}" type="datetimeFigureOut">
              <a:rPr lang="en-US" smtClean="0"/>
              <a:pPr/>
              <a:t>6/13/2025</a:t>
            </a:fld>
            <a:endParaRPr lang="en-US"/>
          </a:p>
        </p:txBody>
      </p:sp>
      <p:sp>
        <p:nvSpPr>
          <p:cNvPr id="7" name="Slide Number Placeholder 6"/>
          <p:cNvSpPr>
            <a:spLocks noGrp="1"/>
          </p:cNvSpPr>
          <p:nvPr>
            <p:ph type="sldNum" sz="quarter" idx="12"/>
          </p:nvPr>
        </p:nvSpPr>
        <p:spPr/>
        <p:txBody>
          <a:bodyPr/>
          <a:lstStyle/>
          <a:p>
            <a:fld id="{E5137D0E-4A4F-4307-8994-C1891D747D59}" type="slidenum">
              <a:rPr lang="en-US" smtClean="0"/>
              <a:pPr/>
              <a:t>‹#›</a:t>
            </a:fld>
            <a:endParaRPr lang="en-US"/>
          </a:p>
        </p:txBody>
      </p:sp>
    </p:spTree>
    <p:extLst>
      <p:ext uri="{BB962C8B-B14F-4D97-AF65-F5344CB8AC3E}">
        <p14:creationId xmlns:p14="http://schemas.microsoft.com/office/powerpoint/2010/main" val="383154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22414" y="533400"/>
            <a:ext cx="9601200" cy="1143000"/>
          </a:xfrm>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522414" y="1828800"/>
            <a:ext cx="4645152" cy="762000"/>
          </a:xfrm>
        </p:spPr>
        <p:txBody>
          <a:bodyPr anchor="ctr"/>
          <a:lstStyle>
            <a:lvl1pPr marL="0" indent="0">
              <a:spcBef>
                <a:spcPts val="0"/>
              </a:spcBef>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522414" y="2667000"/>
            <a:ext cx="4645152" cy="3352800"/>
          </a:xfrm>
        </p:spPr>
        <p:txBody>
          <a:bodyPr>
            <a:normAutofit/>
          </a:bodyPr>
          <a:lstStyle>
            <a:lvl1pPr>
              <a:defRPr sz="2000"/>
            </a:lvl1pPr>
            <a:lvl2pPr>
              <a:defRPr sz="1800"/>
            </a:lvl2pPr>
            <a:lvl3pPr>
              <a:defRPr sz="1600"/>
            </a:lvl3pPr>
            <a:lvl4pPr>
              <a:defRPr sz="1400"/>
            </a:lvl4pPr>
            <a:lvl5pPr>
              <a:defRPr sz="1400"/>
            </a:lvl5pPr>
            <a:lvl6pPr>
              <a:defRPr sz="1400" baseline="0"/>
            </a:lvl6pPr>
            <a:lvl7pPr>
              <a:defRPr sz="1400" baseline="0"/>
            </a:lvl7pPr>
            <a:lvl8pPr>
              <a:defRPr sz="1400" baseline="0"/>
            </a:lvl8pPr>
            <a:lvl9pPr>
              <a:defRPr sz="1400" baseline="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478462" y="1828800"/>
            <a:ext cx="4645152" cy="762000"/>
          </a:xfrm>
        </p:spPr>
        <p:txBody>
          <a:bodyPr anchor="ctr"/>
          <a:lstStyle>
            <a:lvl1pPr marL="0" indent="0">
              <a:spcBef>
                <a:spcPts val="0"/>
              </a:spcBef>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478462" y="2667000"/>
            <a:ext cx="4645152" cy="33528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r>
              <a:rPr lang="en-US" dirty="0"/>
              <a:t>Add a footer</a:t>
            </a:r>
          </a:p>
        </p:txBody>
      </p:sp>
      <p:sp>
        <p:nvSpPr>
          <p:cNvPr id="7" name="Date Placeholder 6"/>
          <p:cNvSpPr>
            <a:spLocks noGrp="1"/>
          </p:cNvSpPr>
          <p:nvPr>
            <p:ph type="dt" sz="half" idx="10"/>
          </p:nvPr>
        </p:nvSpPr>
        <p:spPr/>
        <p:txBody>
          <a:bodyPr/>
          <a:lstStyle/>
          <a:p>
            <a:fld id="{83829175-527E-46A3-863C-1BB1F163B849}" type="datetimeFigureOut">
              <a:rPr lang="en-US" smtClean="0"/>
              <a:pPr/>
              <a:t>6/13/2025</a:t>
            </a:fld>
            <a:endParaRPr lang="en-US"/>
          </a:p>
        </p:txBody>
      </p:sp>
      <p:sp>
        <p:nvSpPr>
          <p:cNvPr id="9" name="Slide Number Placeholder 8"/>
          <p:cNvSpPr>
            <a:spLocks noGrp="1"/>
          </p:cNvSpPr>
          <p:nvPr>
            <p:ph type="sldNum" sz="quarter" idx="12"/>
          </p:nvPr>
        </p:nvSpPr>
        <p:spPr/>
        <p:txBody>
          <a:bodyPr/>
          <a:lstStyle/>
          <a:p>
            <a:fld id="{E5137D0E-4A4F-4307-8994-C1891D747D59}" type="slidenum">
              <a:rPr lang="en-US" smtClean="0"/>
              <a:pPr/>
              <a:t>‹#›</a:t>
            </a:fld>
            <a:endParaRPr lang="en-US"/>
          </a:p>
        </p:txBody>
      </p:sp>
    </p:spTree>
    <p:extLst>
      <p:ext uri="{BB962C8B-B14F-4D97-AF65-F5344CB8AC3E}">
        <p14:creationId xmlns:p14="http://schemas.microsoft.com/office/powerpoint/2010/main" val="3812924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4" name="Footer Placeholder 3"/>
          <p:cNvSpPr>
            <a:spLocks noGrp="1"/>
          </p:cNvSpPr>
          <p:nvPr>
            <p:ph type="ftr" sz="quarter" idx="11"/>
          </p:nvPr>
        </p:nvSpPr>
        <p:spPr/>
        <p:txBody>
          <a:bodyPr/>
          <a:lstStyle/>
          <a:p>
            <a:r>
              <a:rPr lang="en-US" dirty="0"/>
              <a:t>Add a footer</a:t>
            </a:r>
          </a:p>
        </p:txBody>
      </p:sp>
      <p:sp>
        <p:nvSpPr>
          <p:cNvPr id="3" name="Date Placeholder 2"/>
          <p:cNvSpPr>
            <a:spLocks noGrp="1"/>
          </p:cNvSpPr>
          <p:nvPr>
            <p:ph type="dt" sz="half" idx="10"/>
          </p:nvPr>
        </p:nvSpPr>
        <p:spPr/>
        <p:txBody>
          <a:bodyPr/>
          <a:lstStyle/>
          <a:p>
            <a:fld id="{83829175-527E-46A3-863C-1BB1F163B849}" type="datetimeFigureOut">
              <a:rPr lang="en-US" smtClean="0"/>
              <a:pPr/>
              <a:t>6/13/2025</a:t>
            </a:fld>
            <a:endParaRPr lang="en-US"/>
          </a:p>
        </p:txBody>
      </p:sp>
      <p:sp>
        <p:nvSpPr>
          <p:cNvPr id="5" name="Slide Number Placeholder 4"/>
          <p:cNvSpPr>
            <a:spLocks noGrp="1"/>
          </p:cNvSpPr>
          <p:nvPr>
            <p:ph type="sldNum" sz="quarter" idx="12"/>
          </p:nvPr>
        </p:nvSpPr>
        <p:spPr/>
        <p:txBody>
          <a:bodyPr/>
          <a:lstStyle/>
          <a:p>
            <a:fld id="{E5137D0E-4A4F-4307-8994-C1891D747D59}" type="slidenum">
              <a:rPr lang="en-US" smtClean="0"/>
              <a:pPr/>
              <a:t>‹#›</a:t>
            </a:fld>
            <a:endParaRPr lang="en-US"/>
          </a:p>
        </p:txBody>
      </p:sp>
    </p:spTree>
    <p:extLst>
      <p:ext uri="{BB962C8B-B14F-4D97-AF65-F5344CB8AC3E}">
        <p14:creationId xmlns:p14="http://schemas.microsoft.com/office/powerpoint/2010/main" val="22365694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Add a footer</a:t>
            </a:r>
          </a:p>
        </p:txBody>
      </p:sp>
      <p:sp>
        <p:nvSpPr>
          <p:cNvPr id="2" name="Date Placeholder 1"/>
          <p:cNvSpPr>
            <a:spLocks noGrp="1"/>
          </p:cNvSpPr>
          <p:nvPr>
            <p:ph type="dt" sz="half" idx="10"/>
          </p:nvPr>
        </p:nvSpPr>
        <p:spPr/>
        <p:txBody>
          <a:bodyPr/>
          <a:lstStyle/>
          <a:p>
            <a:fld id="{83829175-527E-46A3-863C-1BB1F163B849}" type="datetimeFigureOut">
              <a:rPr lang="en-US" smtClean="0"/>
              <a:pPr/>
              <a:t>6/13/2025</a:t>
            </a:fld>
            <a:endParaRPr lang="en-US"/>
          </a:p>
        </p:txBody>
      </p:sp>
      <p:sp>
        <p:nvSpPr>
          <p:cNvPr id="4" name="Slide Number Placeholder 3"/>
          <p:cNvSpPr>
            <a:spLocks noGrp="1"/>
          </p:cNvSpPr>
          <p:nvPr>
            <p:ph type="sldNum" sz="quarter" idx="12"/>
          </p:nvPr>
        </p:nvSpPr>
        <p:spPr/>
        <p:txBody>
          <a:bodyPr/>
          <a:lstStyle/>
          <a:p>
            <a:fld id="{E5137D0E-4A4F-4307-8994-C1891D747D59}" type="slidenum">
              <a:rPr lang="en-US" smtClean="0"/>
              <a:pPr/>
              <a:t>‹#›</a:t>
            </a:fld>
            <a:endParaRPr lang="en-US"/>
          </a:p>
        </p:txBody>
      </p:sp>
    </p:spTree>
    <p:extLst>
      <p:ext uri="{BB962C8B-B14F-4D97-AF65-F5344CB8AC3E}">
        <p14:creationId xmlns:p14="http://schemas.microsoft.com/office/powerpoint/2010/main" val="34652584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6613" y="2590800"/>
            <a:ext cx="3276599" cy="1924050"/>
          </a:xfrm>
        </p:spPr>
        <p:txBody>
          <a:bodyPr anchor="b">
            <a:normAutofit/>
          </a:bodyPr>
          <a:lstStyle>
            <a:lvl1pPr algn="l">
              <a:defRPr sz="3200" b="0"/>
            </a:lvl1pPr>
          </a:lstStyle>
          <a:p>
            <a:r>
              <a:rPr lang="en-US"/>
              <a:t>Click to edit Master title style</a:t>
            </a:r>
            <a:endParaRPr/>
          </a:p>
        </p:txBody>
      </p:sp>
      <p:sp>
        <p:nvSpPr>
          <p:cNvPr id="3" name="Content Placeholder 2"/>
          <p:cNvSpPr>
            <a:spLocks noGrp="1"/>
          </p:cNvSpPr>
          <p:nvPr>
            <p:ph idx="1"/>
          </p:nvPr>
        </p:nvSpPr>
        <p:spPr>
          <a:xfrm>
            <a:off x="5180012" y="838200"/>
            <a:ext cx="6172201" cy="51816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836613" y="4648200"/>
            <a:ext cx="3276599" cy="1371600"/>
          </a:xfrm>
        </p:spPr>
        <p:txBody>
          <a:bodyPr>
            <a:normAutofit/>
          </a:bodyPr>
          <a:lstStyle>
            <a:lvl1pPr marL="0" indent="0">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Footer Placeholder 8"/>
          <p:cNvSpPr>
            <a:spLocks noGrp="1"/>
          </p:cNvSpPr>
          <p:nvPr>
            <p:ph type="ftr" sz="quarter" idx="11"/>
          </p:nvPr>
        </p:nvSpPr>
        <p:spPr/>
        <p:txBody>
          <a:bodyPr/>
          <a:lstStyle/>
          <a:p>
            <a:r>
              <a:rPr lang="en-US" dirty="0"/>
              <a:t>Add a footer</a:t>
            </a:r>
          </a:p>
        </p:txBody>
      </p:sp>
      <p:sp>
        <p:nvSpPr>
          <p:cNvPr id="8" name="Date Placeholder 7"/>
          <p:cNvSpPr>
            <a:spLocks noGrp="1"/>
          </p:cNvSpPr>
          <p:nvPr>
            <p:ph type="dt" sz="half" idx="10"/>
          </p:nvPr>
        </p:nvSpPr>
        <p:spPr/>
        <p:txBody>
          <a:bodyPr/>
          <a:lstStyle/>
          <a:p>
            <a:fld id="{83829175-527E-46A3-863C-1BB1F163B849}" type="datetimeFigureOut">
              <a:rPr lang="en-US" smtClean="0"/>
              <a:pPr/>
              <a:t>6/13/2025</a:t>
            </a:fld>
            <a:endParaRPr lang="en-US"/>
          </a:p>
        </p:txBody>
      </p:sp>
      <p:sp>
        <p:nvSpPr>
          <p:cNvPr id="10" name="Slide Number Placeholder 9"/>
          <p:cNvSpPr>
            <a:spLocks noGrp="1"/>
          </p:cNvSpPr>
          <p:nvPr>
            <p:ph type="sldNum" sz="quarter" idx="12"/>
          </p:nvPr>
        </p:nvSpPr>
        <p:spPr/>
        <p:txBody>
          <a:bodyPr/>
          <a:lstStyle/>
          <a:p>
            <a:fld id="{E5137D0E-4A4F-4307-8994-C1891D747D59}" type="slidenum">
              <a:rPr lang="en-US" smtClean="0"/>
              <a:pPr/>
              <a:t>‹#›</a:t>
            </a:fld>
            <a:endParaRPr lang="en-US"/>
          </a:p>
        </p:txBody>
      </p:sp>
    </p:spTree>
    <p:extLst>
      <p:ext uri="{BB962C8B-B14F-4D97-AF65-F5344CB8AC3E}">
        <p14:creationId xmlns:p14="http://schemas.microsoft.com/office/powerpoint/2010/main" val="39136432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6613" y="2590800"/>
            <a:ext cx="3276599" cy="1924050"/>
          </a:xfrm>
        </p:spPr>
        <p:txBody>
          <a:bodyPr anchor="b">
            <a:normAutofit/>
          </a:bodyPr>
          <a:lstStyle>
            <a:lvl1pPr algn="l">
              <a:defRPr sz="3200" b="0"/>
            </a:lvl1pPr>
          </a:lstStyle>
          <a:p>
            <a:r>
              <a:rPr lang="en-US"/>
              <a:t>Click to edit Master title style</a:t>
            </a:r>
            <a:endParaRPr/>
          </a:p>
        </p:txBody>
      </p:sp>
      <p:sp>
        <p:nvSpPr>
          <p:cNvPr id="5" name="Rectangle 4"/>
          <p:cNvSpPr/>
          <p:nvPr/>
        </p:nvSpPr>
        <p:spPr>
          <a:xfrm>
            <a:off x="5103812" y="457200"/>
            <a:ext cx="6629400" cy="5943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descr="An empty placeholder to add an image. Click on the placeholder and select the image that you wish to add"/>
          <p:cNvSpPr>
            <a:spLocks noGrp="1"/>
          </p:cNvSpPr>
          <p:nvPr>
            <p:ph type="pic" idx="1"/>
          </p:nvPr>
        </p:nvSpPr>
        <p:spPr>
          <a:xfrm>
            <a:off x="5484812" y="836610"/>
            <a:ext cx="5867401" cy="5183190"/>
          </a:xfrm>
          <a:solidFill>
            <a:schemeClr val="bg2"/>
          </a:solidFill>
        </p:spPr>
        <p:txBody>
          <a:bodyPr tIns="91440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836613" y="4648200"/>
            <a:ext cx="3276599" cy="1371600"/>
          </a:xfrm>
        </p:spPr>
        <p:txBody>
          <a:bodyPr>
            <a:normAutofit/>
          </a:bodyPr>
          <a:lstStyle>
            <a:lvl1pPr marL="0" indent="0">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Tree>
    <p:extLst>
      <p:ext uri="{BB962C8B-B14F-4D97-AF65-F5344CB8AC3E}">
        <p14:creationId xmlns:p14="http://schemas.microsoft.com/office/powerpoint/2010/main" val="3773852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baseline="0"/>
            </a:lvl6pPr>
            <a:lvl7pPr>
              <a:defRPr baseline="0"/>
            </a:lvl7pPr>
            <a:lvl8pPr>
              <a:defRPr baseline="0"/>
            </a:lvl8pPr>
            <a:lvl9pPr>
              <a:defRPr baseline="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83829175-527E-46A3-863C-1BB1F163B849}" type="datetimeFigureOut">
              <a:rPr lang="en-US" smtClean="0"/>
              <a:pPr/>
              <a:t>6/13/2025</a:t>
            </a:fld>
            <a:endParaRPr lang="en-US"/>
          </a:p>
        </p:txBody>
      </p:sp>
      <p:sp>
        <p:nvSpPr>
          <p:cNvPr id="6" name="Slide Number Placeholder 5"/>
          <p:cNvSpPr>
            <a:spLocks noGrp="1"/>
          </p:cNvSpPr>
          <p:nvPr>
            <p:ph type="sldNum" sz="quarter" idx="12"/>
          </p:nvPr>
        </p:nvSpPr>
        <p:spPr/>
        <p:txBody>
          <a:bodyPr/>
          <a:lstStyle/>
          <a:p>
            <a:fld id="{E5137D0E-4A4F-4307-8994-C1891D747D59}" type="slidenum">
              <a:rPr lang="en-US" smtClean="0"/>
              <a:pPr/>
              <a:t>‹#›</a:t>
            </a:fld>
            <a:endParaRPr lang="en-US"/>
          </a:p>
        </p:txBody>
      </p:sp>
    </p:spTree>
    <p:extLst>
      <p:ext uri="{BB962C8B-B14F-4D97-AF65-F5344CB8AC3E}">
        <p14:creationId xmlns:p14="http://schemas.microsoft.com/office/powerpoint/2010/main" val="1173316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52012" y="533400"/>
            <a:ext cx="1371600" cy="5592764"/>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522411" y="533400"/>
            <a:ext cx="8077201" cy="5592764"/>
          </a:xfrm>
        </p:spPr>
        <p:txBody>
          <a:bodyPr vert="eaVert"/>
          <a:lstStyle>
            <a:lvl5pPr>
              <a:defRPr/>
            </a:lvl5pPr>
            <a:lvl6pPr>
              <a:defRPr/>
            </a:lvl6pPr>
            <a:lvl7pPr>
              <a:defRPr/>
            </a:lvl7pPr>
            <a:lvl8pPr>
              <a:defRPr/>
            </a:lvl8pPr>
            <a:lvl9pPr>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83829175-527E-46A3-863C-1BB1F163B849}" type="datetimeFigureOut">
              <a:rPr lang="en-US" smtClean="0"/>
              <a:pPr/>
              <a:t>6/13/2025</a:t>
            </a:fld>
            <a:endParaRPr lang="en-US"/>
          </a:p>
        </p:txBody>
      </p:sp>
      <p:sp>
        <p:nvSpPr>
          <p:cNvPr id="6" name="Slide Number Placeholder 5"/>
          <p:cNvSpPr>
            <a:spLocks noGrp="1"/>
          </p:cNvSpPr>
          <p:nvPr>
            <p:ph type="sldNum" sz="quarter" idx="12"/>
          </p:nvPr>
        </p:nvSpPr>
        <p:spPr/>
        <p:txBody>
          <a:bodyPr/>
          <a:lstStyle/>
          <a:p>
            <a:fld id="{E5137D0E-4A4F-4307-8994-C1891D747D59}" type="slidenum">
              <a:rPr lang="en-US" smtClean="0"/>
              <a:pPr/>
              <a:t>‹#›</a:t>
            </a:fld>
            <a:endParaRPr lang="en-US"/>
          </a:p>
        </p:txBody>
      </p:sp>
    </p:spTree>
    <p:extLst>
      <p:ext uri="{BB962C8B-B14F-4D97-AF65-F5344CB8AC3E}">
        <p14:creationId xmlns:p14="http://schemas.microsoft.com/office/powerpoint/2010/main" val="887540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Ref idx="1001">
        <a:schemeClr val="bg1"/>
      </p:bgRef>
    </p:bg>
    <p:spTree>
      <p:nvGrpSpPr>
        <p:cNvPr id="1" name=""/>
        <p:cNvGrpSpPr/>
        <p:nvPr/>
      </p:nvGrpSpPr>
      <p:grpSpPr>
        <a:xfrm>
          <a:off x="0" y="0"/>
          <a:ext cx="0" cy="0"/>
          <a:chOff x="0" y="0"/>
          <a:chExt cx="0" cy="0"/>
        </a:xfrm>
      </p:grpSpPr>
      <p:grpSp>
        <p:nvGrpSpPr>
          <p:cNvPr id="32" name="Group 31"/>
          <p:cNvGrpSpPr/>
          <p:nvPr/>
        </p:nvGrpSpPr>
        <p:grpSpPr>
          <a:xfrm>
            <a:off x="-1" y="0"/>
            <a:ext cx="12188825" cy="6858000"/>
            <a:chOff x="-1" y="0"/>
            <a:chExt cx="12188825" cy="6858000"/>
          </a:xfrm>
        </p:grpSpPr>
        <p:sp>
          <p:nvSpPr>
            <p:cNvPr id="8" name="Rectangle 8"/>
            <p:cNvSpPr>
              <a:spLocks noChangeArrowheads="1"/>
            </p:cNvSpPr>
            <p:nvPr/>
          </p:nvSpPr>
          <p:spPr bwMode="auto">
            <a:xfrm>
              <a:off x="4164514" y="6705600"/>
              <a:ext cx="8024310" cy="152400"/>
            </a:xfrm>
            <a:prstGeom prst="rect">
              <a:avLst/>
            </a:prstGeom>
            <a:gradFill rotWithShape="0">
              <a:gsLst>
                <a:gs pos="0">
                  <a:schemeClr val="accent5">
                    <a:lumMod val="20000"/>
                    <a:lumOff val="80000"/>
                  </a:schemeClr>
                </a:gs>
                <a:gs pos="100000">
                  <a:schemeClr val="accent5">
                    <a:lumMod val="75000"/>
                  </a:schemeClr>
                </a:gs>
              </a:gsLst>
              <a:lin ang="0" scaled="1"/>
            </a:gradFill>
            <a:ln w="9525">
              <a:solidFill>
                <a:schemeClr val="tx1"/>
              </a:solidFill>
              <a:miter lim="800000"/>
              <a:headEnd/>
              <a:tailEnd/>
            </a:ln>
            <a:effectLst/>
          </p:spPr>
          <p:txBody>
            <a:bodyPr wrap="none" anchor="ctr"/>
            <a:lstStyle/>
            <a:p>
              <a:pPr algn="ctr"/>
              <a:endParaRPr kumimoji="1" lang="en-US" sz="2400">
                <a:latin typeface="굴림" pitchFamily="50" charset="-127"/>
              </a:endParaRPr>
            </a:p>
          </p:txBody>
        </p:sp>
        <p:sp>
          <p:nvSpPr>
            <p:cNvPr id="9" name="Rectangle 9"/>
            <p:cNvSpPr>
              <a:spLocks noChangeArrowheads="1"/>
            </p:cNvSpPr>
            <p:nvPr/>
          </p:nvSpPr>
          <p:spPr bwMode="auto">
            <a:xfrm>
              <a:off x="11680956" y="1981200"/>
              <a:ext cx="507868" cy="4267200"/>
            </a:xfrm>
            <a:prstGeom prst="rect">
              <a:avLst/>
            </a:prstGeom>
            <a:gradFill rotWithShape="0">
              <a:gsLst>
                <a:gs pos="0">
                  <a:schemeClr val="tx2">
                    <a:lumMod val="20000"/>
                    <a:lumOff val="80000"/>
                  </a:schemeClr>
                </a:gs>
                <a:gs pos="100000">
                  <a:schemeClr val="tx2">
                    <a:lumMod val="60000"/>
                    <a:lumOff val="40000"/>
                  </a:schemeClr>
                </a:gs>
              </a:gsLst>
              <a:lin ang="5400000" scaled="1"/>
            </a:gradFill>
            <a:ln w="9525">
              <a:solidFill>
                <a:schemeClr val="tx1"/>
              </a:solidFill>
              <a:miter lim="800000"/>
              <a:headEnd/>
              <a:tailEnd/>
            </a:ln>
            <a:effectLst/>
          </p:spPr>
          <p:txBody>
            <a:bodyPr wrap="none" anchor="ctr"/>
            <a:lstStyle/>
            <a:p>
              <a:pPr algn="ctr"/>
              <a:endParaRPr kumimoji="1" lang="en-US" sz="2400">
                <a:latin typeface="굴림" pitchFamily="50" charset="-127"/>
              </a:endParaRPr>
            </a:p>
          </p:txBody>
        </p:sp>
        <p:sp>
          <p:nvSpPr>
            <p:cNvPr id="10" name="Rectangle 10"/>
            <p:cNvSpPr>
              <a:spLocks noChangeArrowheads="1"/>
            </p:cNvSpPr>
            <p:nvPr/>
          </p:nvSpPr>
          <p:spPr bwMode="auto">
            <a:xfrm>
              <a:off x="-1" y="5257800"/>
              <a:ext cx="609441" cy="15240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sz="2400">
                <a:latin typeface="굴림" pitchFamily="50" charset="-127"/>
              </a:endParaRPr>
            </a:p>
          </p:txBody>
        </p:sp>
        <p:sp>
          <p:nvSpPr>
            <p:cNvPr id="11" name="Rectangle 11"/>
            <p:cNvSpPr>
              <a:spLocks noChangeArrowheads="1"/>
            </p:cNvSpPr>
            <p:nvPr/>
          </p:nvSpPr>
          <p:spPr bwMode="auto">
            <a:xfrm>
              <a:off x="-1" y="5410200"/>
              <a:ext cx="609441" cy="1447800"/>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sz="2400">
                <a:latin typeface="굴림" pitchFamily="50" charset="-127"/>
              </a:endParaRPr>
            </a:p>
          </p:txBody>
        </p:sp>
        <p:sp>
          <p:nvSpPr>
            <p:cNvPr id="12" name="Rectangle 12"/>
            <p:cNvSpPr>
              <a:spLocks noChangeArrowheads="1"/>
            </p:cNvSpPr>
            <p:nvPr/>
          </p:nvSpPr>
          <p:spPr bwMode="auto">
            <a:xfrm>
              <a:off x="11680956" y="0"/>
              <a:ext cx="507868" cy="1981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sz="2400">
                <a:latin typeface="굴림" pitchFamily="50" charset="-127"/>
              </a:endParaRPr>
            </a:p>
          </p:txBody>
        </p:sp>
        <p:sp>
          <p:nvSpPr>
            <p:cNvPr id="13" name="Rectangle 13"/>
            <p:cNvSpPr>
              <a:spLocks noChangeArrowheads="1"/>
            </p:cNvSpPr>
            <p:nvPr/>
          </p:nvSpPr>
          <p:spPr bwMode="auto">
            <a:xfrm>
              <a:off x="7618015" y="0"/>
              <a:ext cx="4062942" cy="304800"/>
            </a:xfrm>
            <a:prstGeom prst="rect">
              <a:avLst/>
            </a:prstGeom>
            <a:solidFill>
              <a:schemeClr val="accent1"/>
            </a:solidFill>
            <a:ln w="9525">
              <a:solidFill>
                <a:schemeClr val="accent3"/>
              </a:solidFill>
              <a:miter lim="800000"/>
              <a:headEnd/>
              <a:tailEnd/>
            </a:ln>
            <a:effectLst/>
          </p:spPr>
          <p:txBody>
            <a:bodyPr wrap="none" anchor="ctr"/>
            <a:lstStyle/>
            <a:p>
              <a:pPr algn="ctr"/>
              <a:endParaRPr kumimoji="1" lang="en-US" sz="2400">
                <a:latin typeface="굴림" pitchFamily="50" charset="-127"/>
              </a:endParaRPr>
            </a:p>
          </p:txBody>
        </p:sp>
        <p:sp>
          <p:nvSpPr>
            <p:cNvPr id="14" name="Rectangle 14"/>
            <p:cNvSpPr>
              <a:spLocks noChangeArrowheads="1"/>
            </p:cNvSpPr>
            <p:nvPr/>
          </p:nvSpPr>
          <p:spPr bwMode="auto">
            <a:xfrm>
              <a:off x="609440" y="304800"/>
              <a:ext cx="711015" cy="762000"/>
            </a:xfrm>
            <a:prstGeom prst="rect">
              <a:avLst/>
            </a:prstGeom>
            <a:solidFill>
              <a:schemeClr val="bg2">
                <a:lumMod val="50000"/>
                <a:alpha val="50000"/>
              </a:schemeClr>
            </a:solidFill>
            <a:ln w="9525">
              <a:solidFill>
                <a:schemeClr val="tx1"/>
              </a:solidFill>
              <a:miter lim="800000"/>
              <a:headEnd/>
              <a:tailEnd/>
            </a:ln>
            <a:effectLst/>
          </p:spPr>
          <p:txBody>
            <a:bodyPr wrap="none" anchor="ctr"/>
            <a:lstStyle/>
            <a:p>
              <a:pPr algn="ctr"/>
              <a:endParaRPr kumimoji="1" lang="en-US" sz="2400">
                <a:latin typeface="굴림" pitchFamily="50" charset="-127"/>
              </a:endParaRPr>
            </a:p>
          </p:txBody>
        </p:sp>
        <p:sp>
          <p:nvSpPr>
            <p:cNvPr id="15" name="Rectangle 15"/>
            <p:cNvSpPr>
              <a:spLocks noChangeArrowheads="1"/>
            </p:cNvSpPr>
            <p:nvPr/>
          </p:nvSpPr>
          <p:spPr bwMode="auto">
            <a:xfrm>
              <a:off x="-1" y="1066800"/>
              <a:ext cx="609441" cy="4191000"/>
            </a:xfrm>
            <a:prstGeom prst="rect">
              <a:avLst/>
            </a:prstGeom>
            <a:gradFill rotWithShape="0">
              <a:gsLst>
                <a:gs pos="0">
                  <a:schemeClr val="bg2">
                    <a:lumMod val="50000"/>
                  </a:schemeClr>
                </a:gs>
                <a:gs pos="100000">
                  <a:schemeClr val="bg1"/>
                </a:gs>
              </a:gsLst>
              <a:lin ang="5400000" scaled="1"/>
            </a:gradFill>
            <a:ln w="9525">
              <a:solidFill>
                <a:schemeClr val="tx1"/>
              </a:solidFill>
              <a:miter lim="800000"/>
              <a:headEnd/>
              <a:tailEnd/>
            </a:ln>
            <a:effectLst/>
          </p:spPr>
          <p:txBody>
            <a:bodyPr wrap="none" anchor="ctr"/>
            <a:lstStyle/>
            <a:p>
              <a:pPr algn="ctr"/>
              <a:endParaRPr kumimoji="1" lang="en-US" sz="2400">
                <a:latin typeface="굴림" pitchFamily="50" charset="-127"/>
              </a:endParaRPr>
            </a:p>
          </p:txBody>
        </p:sp>
        <p:sp>
          <p:nvSpPr>
            <p:cNvPr id="16" name="Rectangle 16"/>
            <p:cNvSpPr>
              <a:spLocks noChangeArrowheads="1"/>
            </p:cNvSpPr>
            <p:nvPr/>
          </p:nvSpPr>
          <p:spPr bwMode="auto">
            <a:xfrm>
              <a:off x="-1" y="304800"/>
              <a:ext cx="609441" cy="7620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sz="2400">
                <a:latin typeface="굴림" pitchFamily="50" charset="-127"/>
              </a:endParaRPr>
            </a:p>
          </p:txBody>
        </p:sp>
        <p:sp>
          <p:nvSpPr>
            <p:cNvPr id="17" name="Rectangle 17"/>
            <p:cNvSpPr>
              <a:spLocks noChangeArrowheads="1"/>
            </p:cNvSpPr>
            <p:nvPr/>
          </p:nvSpPr>
          <p:spPr bwMode="auto">
            <a:xfrm>
              <a:off x="-1" y="0"/>
              <a:ext cx="1320456" cy="304800"/>
            </a:xfrm>
            <a:prstGeom prst="rect">
              <a:avLst/>
            </a:prstGeom>
            <a:solidFill>
              <a:schemeClr val="accent1"/>
            </a:solidFill>
            <a:ln w="19050">
              <a:solidFill>
                <a:schemeClr val="accent1"/>
              </a:solidFill>
              <a:miter lim="800000"/>
              <a:headEnd/>
              <a:tailEnd/>
            </a:ln>
            <a:effectLst/>
          </p:spPr>
          <p:txBody>
            <a:bodyPr wrap="none" anchor="ctr"/>
            <a:lstStyle/>
            <a:p>
              <a:pPr algn="ctr"/>
              <a:endParaRPr kumimoji="1" lang="en-US" sz="2400">
                <a:latin typeface="굴림" pitchFamily="50" charset="-127"/>
              </a:endParaRPr>
            </a:p>
          </p:txBody>
        </p:sp>
        <p:sp>
          <p:nvSpPr>
            <p:cNvPr id="18" name="Rectangle 18"/>
            <p:cNvSpPr>
              <a:spLocks noChangeArrowheads="1"/>
            </p:cNvSpPr>
            <p:nvPr/>
          </p:nvSpPr>
          <p:spPr bwMode="auto">
            <a:xfrm>
              <a:off x="1320455" y="0"/>
              <a:ext cx="6297560" cy="304800"/>
            </a:xfrm>
            <a:prstGeom prst="rect">
              <a:avLst/>
            </a:prstGeom>
            <a:solidFill>
              <a:schemeClr val="bg1"/>
            </a:soli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sz="2400">
                <a:latin typeface="굴림" pitchFamily="50" charset="-127"/>
              </a:endParaRPr>
            </a:p>
          </p:txBody>
        </p:sp>
        <p:sp>
          <p:nvSpPr>
            <p:cNvPr id="19" name="Line 19"/>
            <p:cNvSpPr>
              <a:spLocks noChangeShapeType="1"/>
            </p:cNvSpPr>
            <p:nvPr/>
          </p:nvSpPr>
          <p:spPr bwMode="auto">
            <a:xfrm flipV="1">
              <a:off x="609440" y="304800"/>
              <a:ext cx="0" cy="6553200"/>
            </a:xfrm>
            <a:prstGeom prst="line">
              <a:avLst/>
            </a:prstGeom>
            <a:noFill/>
            <a:ln w="76200">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 name="Line 20"/>
            <p:cNvSpPr>
              <a:spLocks noChangeShapeType="1"/>
            </p:cNvSpPr>
            <p:nvPr/>
          </p:nvSpPr>
          <p:spPr bwMode="auto">
            <a:xfrm>
              <a:off x="609440" y="6705600"/>
              <a:ext cx="11579384" cy="0"/>
            </a:xfrm>
            <a:prstGeom prst="line">
              <a:avLst/>
            </a:prstGeom>
            <a:noFill/>
            <a:ln w="57150">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 name="Line 21"/>
            <p:cNvSpPr>
              <a:spLocks noChangeShapeType="1"/>
            </p:cNvSpPr>
            <p:nvPr/>
          </p:nvSpPr>
          <p:spPr bwMode="auto">
            <a:xfrm flipV="1">
              <a:off x="11680956" y="0"/>
              <a:ext cx="0" cy="6705600"/>
            </a:xfrm>
            <a:prstGeom prst="line">
              <a:avLst/>
            </a:prstGeom>
            <a:noFill/>
            <a:ln w="57150">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 name="Line 22"/>
            <p:cNvSpPr>
              <a:spLocks noChangeShapeType="1"/>
            </p:cNvSpPr>
            <p:nvPr/>
          </p:nvSpPr>
          <p:spPr bwMode="auto">
            <a:xfrm>
              <a:off x="-1" y="304800"/>
              <a:ext cx="12188825" cy="0"/>
            </a:xfrm>
            <a:prstGeom prst="line">
              <a:avLst/>
            </a:prstGeom>
            <a:noFill/>
            <a:ln w="38100">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 name="Line 23"/>
            <p:cNvSpPr>
              <a:spLocks noChangeShapeType="1"/>
            </p:cNvSpPr>
            <p:nvPr/>
          </p:nvSpPr>
          <p:spPr bwMode="auto">
            <a:xfrm flipH="1">
              <a:off x="7618015" y="457200"/>
              <a:ext cx="4570809" cy="0"/>
            </a:xfrm>
            <a:prstGeom prst="line">
              <a:avLst/>
            </a:prstGeom>
            <a:noFill/>
            <a:ln w="19050">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 name="Line 24"/>
            <p:cNvSpPr>
              <a:spLocks noChangeShapeType="1"/>
            </p:cNvSpPr>
            <p:nvPr/>
          </p:nvSpPr>
          <p:spPr bwMode="auto">
            <a:xfrm flipV="1">
              <a:off x="7618015" y="0"/>
              <a:ext cx="0" cy="457200"/>
            </a:xfrm>
            <a:prstGeom prst="line">
              <a:avLst/>
            </a:prstGeom>
            <a:noFill/>
            <a:ln w="19050">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 name="Line 25"/>
            <p:cNvSpPr>
              <a:spLocks noChangeShapeType="1"/>
            </p:cNvSpPr>
            <p:nvPr/>
          </p:nvSpPr>
          <p:spPr bwMode="auto">
            <a:xfrm>
              <a:off x="11680956" y="1981200"/>
              <a:ext cx="50786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 name="Line 26"/>
            <p:cNvSpPr>
              <a:spLocks noChangeShapeType="1"/>
            </p:cNvSpPr>
            <p:nvPr/>
          </p:nvSpPr>
          <p:spPr bwMode="auto">
            <a:xfrm>
              <a:off x="1320455" y="0"/>
              <a:ext cx="0" cy="1066800"/>
            </a:xfrm>
            <a:prstGeom prst="line">
              <a:avLst/>
            </a:prstGeom>
            <a:noFill/>
            <a:ln w="19050">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 name="Line 27"/>
            <p:cNvSpPr>
              <a:spLocks noChangeShapeType="1"/>
            </p:cNvSpPr>
            <p:nvPr/>
          </p:nvSpPr>
          <p:spPr bwMode="auto">
            <a:xfrm flipH="1">
              <a:off x="-1" y="1066800"/>
              <a:ext cx="1320456" cy="0"/>
            </a:xfrm>
            <a:prstGeom prst="line">
              <a:avLst/>
            </a:prstGeom>
            <a:noFill/>
            <a:ln w="2857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 name="Line 30"/>
            <p:cNvSpPr>
              <a:spLocks noChangeShapeType="1"/>
            </p:cNvSpPr>
            <p:nvPr/>
          </p:nvSpPr>
          <p:spPr bwMode="auto">
            <a:xfrm flipH="1">
              <a:off x="-1" y="5257800"/>
              <a:ext cx="609441" cy="0"/>
            </a:xfrm>
            <a:prstGeom prst="line">
              <a:avLst/>
            </a:prstGeom>
            <a:noFill/>
            <a:ln w="2857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 name="Line 31"/>
            <p:cNvSpPr>
              <a:spLocks noChangeShapeType="1"/>
            </p:cNvSpPr>
            <p:nvPr/>
          </p:nvSpPr>
          <p:spPr bwMode="auto">
            <a:xfrm flipH="1">
              <a:off x="-1" y="5410200"/>
              <a:ext cx="609441"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2" name="Title Placeholder 1"/>
          <p:cNvSpPr>
            <a:spLocks noGrp="1"/>
          </p:cNvSpPr>
          <p:nvPr>
            <p:ph type="title"/>
          </p:nvPr>
        </p:nvSpPr>
        <p:spPr>
          <a:xfrm>
            <a:off x="1522414" y="533400"/>
            <a:ext cx="9601200" cy="1143000"/>
          </a:xfrm>
          <a:prstGeom prst="rect">
            <a:avLst/>
          </a:prstGeom>
        </p:spPr>
        <p:txBody>
          <a:bodyPr vert="horz" lIns="91440" tIns="45720" rIns="91440" bIns="45720" rtlCol="0" anchor="b">
            <a:normAutofit/>
          </a:bodyPr>
          <a:lstStyle/>
          <a:p>
            <a:r>
              <a:rPr lang="en-US"/>
              <a:t>Click to edit Master title style</a:t>
            </a:r>
            <a:endParaRPr dirty="0"/>
          </a:p>
        </p:txBody>
      </p:sp>
      <p:sp>
        <p:nvSpPr>
          <p:cNvPr id="3" name="Text Placeholder 2"/>
          <p:cNvSpPr>
            <a:spLocks noGrp="1"/>
          </p:cNvSpPr>
          <p:nvPr>
            <p:ph type="body" idx="1"/>
          </p:nvPr>
        </p:nvSpPr>
        <p:spPr>
          <a:xfrm>
            <a:off x="1522414" y="1828800"/>
            <a:ext cx="9601200" cy="41910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1517950" y="6172200"/>
            <a:ext cx="6862462" cy="273049"/>
          </a:xfrm>
          <a:prstGeom prst="rect">
            <a:avLst/>
          </a:prstGeom>
        </p:spPr>
        <p:txBody>
          <a:bodyPr vert="horz" lIns="91440" tIns="45720" rIns="91440" bIns="45720" rtlCol="0" anchor="ctr"/>
          <a:lstStyle>
            <a:lvl1pPr algn="l">
              <a:defRPr sz="1100">
                <a:solidFill>
                  <a:schemeClr val="tx1"/>
                </a:solidFill>
              </a:defRPr>
            </a:lvl1pPr>
          </a:lstStyle>
          <a:p>
            <a:r>
              <a:rPr lang="en-US"/>
              <a:t>Add a footer</a:t>
            </a:r>
            <a:endParaRPr lang="en-US" dirty="0"/>
          </a:p>
        </p:txBody>
      </p:sp>
      <p:sp>
        <p:nvSpPr>
          <p:cNvPr id="4" name="Date Placeholder 3"/>
          <p:cNvSpPr>
            <a:spLocks noGrp="1"/>
          </p:cNvSpPr>
          <p:nvPr>
            <p:ph type="dt" sz="half" idx="2"/>
          </p:nvPr>
        </p:nvSpPr>
        <p:spPr>
          <a:xfrm>
            <a:off x="8609012" y="6172200"/>
            <a:ext cx="1320059" cy="273049"/>
          </a:xfrm>
          <a:prstGeom prst="rect">
            <a:avLst/>
          </a:prstGeom>
        </p:spPr>
        <p:txBody>
          <a:bodyPr vert="horz" lIns="91440" tIns="45720" rIns="91440" bIns="45720" rtlCol="0" anchor="ctr"/>
          <a:lstStyle>
            <a:lvl1pPr algn="r">
              <a:defRPr sz="1100">
                <a:solidFill>
                  <a:schemeClr val="tx1"/>
                </a:solidFill>
              </a:defRPr>
            </a:lvl1pPr>
          </a:lstStyle>
          <a:p>
            <a:fld id="{83829175-527E-46A3-863C-1BB1F163B849}" type="datetimeFigureOut">
              <a:rPr lang="en-US" smtClean="0"/>
              <a:pPr/>
              <a:t>6/13/2025</a:t>
            </a:fld>
            <a:endParaRPr lang="en-US"/>
          </a:p>
        </p:txBody>
      </p:sp>
      <p:sp>
        <p:nvSpPr>
          <p:cNvPr id="6" name="Slide Number Placeholder 5"/>
          <p:cNvSpPr>
            <a:spLocks noGrp="1"/>
          </p:cNvSpPr>
          <p:nvPr>
            <p:ph type="sldNum" sz="quarter" idx="4"/>
          </p:nvPr>
        </p:nvSpPr>
        <p:spPr>
          <a:xfrm>
            <a:off x="10133012" y="6172200"/>
            <a:ext cx="990601" cy="273049"/>
          </a:xfrm>
          <a:prstGeom prst="rect">
            <a:avLst/>
          </a:prstGeom>
        </p:spPr>
        <p:txBody>
          <a:bodyPr vert="horz" lIns="91440" tIns="45720" rIns="91440" bIns="45720" rtlCol="0" anchor="ctr"/>
          <a:lstStyle>
            <a:lvl1pPr algn="r">
              <a:defRPr sz="1100">
                <a:solidFill>
                  <a:schemeClr val="tx1"/>
                </a:solidFill>
              </a:defRPr>
            </a:lvl1pPr>
          </a:lstStyle>
          <a:p>
            <a:fld id="{E5137D0E-4A4F-4307-8994-C1891D747D59}" type="slidenum">
              <a:rPr lang="en-US" smtClean="0"/>
              <a:pPr/>
              <a:t>‹#›</a:t>
            </a:fld>
            <a:endParaRPr lang="en-US"/>
          </a:p>
        </p:txBody>
      </p:sp>
    </p:spTree>
    <p:extLst>
      <p:ext uri="{BB962C8B-B14F-4D97-AF65-F5344CB8AC3E}">
        <p14:creationId xmlns:p14="http://schemas.microsoft.com/office/powerpoint/2010/main" val="77452268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200" kern="1200">
          <a:solidFill>
            <a:schemeClr val="tx2"/>
          </a:solidFill>
          <a:latin typeface="+mj-lt"/>
          <a:ea typeface="+mj-ea"/>
          <a:cs typeface="+mj-cs"/>
        </a:defRPr>
      </a:lvl1pPr>
    </p:titleStyle>
    <p:bodyStyle>
      <a:lvl1pPr marL="223838" indent="-223838" algn="l" defTabSz="914400" rtl="0" eaLnBrk="1" latinLnBrk="0" hangingPunct="1">
        <a:lnSpc>
          <a:spcPct val="90000"/>
        </a:lnSpc>
        <a:spcBef>
          <a:spcPts val="1800"/>
        </a:spcBef>
        <a:buClr>
          <a:schemeClr val="accent2"/>
        </a:buClr>
        <a:buFont typeface="Arial" pitchFamily="34" charset="0"/>
        <a:buChar char="•"/>
        <a:defRPr sz="2000" kern="1200">
          <a:solidFill>
            <a:schemeClr val="tx1"/>
          </a:solidFill>
          <a:latin typeface="+mn-lt"/>
          <a:ea typeface="+mn-ea"/>
          <a:cs typeface="+mn-cs"/>
        </a:defRPr>
      </a:lvl1pPr>
      <a:lvl2pPr marL="502920" indent="-223838" algn="l" defTabSz="914400" rtl="0" eaLnBrk="1" latinLnBrk="0" hangingPunct="1">
        <a:lnSpc>
          <a:spcPct val="90000"/>
        </a:lnSpc>
        <a:spcBef>
          <a:spcPts val="800"/>
        </a:spcBef>
        <a:buClr>
          <a:schemeClr val="accent2"/>
        </a:buClr>
        <a:buFont typeface="Arial" pitchFamily="34" charset="0"/>
        <a:buChar char="–"/>
        <a:defRPr sz="1800" kern="1200">
          <a:solidFill>
            <a:schemeClr val="tx1"/>
          </a:solidFill>
          <a:latin typeface="+mn-lt"/>
          <a:ea typeface="+mn-ea"/>
          <a:cs typeface="+mn-cs"/>
        </a:defRPr>
      </a:lvl2pPr>
      <a:lvl3pPr marL="741363" indent="-171450" algn="l" defTabSz="914400" rtl="0" eaLnBrk="1" latinLnBrk="0" hangingPunct="1">
        <a:lnSpc>
          <a:spcPct val="90000"/>
        </a:lnSpc>
        <a:spcBef>
          <a:spcPts val="600"/>
        </a:spcBef>
        <a:buClr>
          <a:schemeClr val="accent2"/>
        </a:buClr>
        <a:buFont typeface="Arial" pitchFamily="34" charset="0"/>
        <a:buChar char="•"/>
        <a:defRPr sz="1600" kern="1200">
          <a:solidFill>
            <a:schemeClr val="tx1"/>
          </a:solidFill>
          <a:latin typeface="+mn-lt"/>
          <a:ea typeface="+mn-ea"/>
          <a:cs typeface="+mn-cs"/>
        </a:defRPr>
      </a:lvl3pPr>
      <a:lvl4pPr marL="966788" indent="-173038" algn="l" defTabSz="914400" rtl="0" eaLnBrk="1" latinLnBrk="0" hangingPunct="1">
        <a:lnSpc>
          <a:spcPct val="90000"/>
        </a:lnSpc>
        <a:spcBef>
          <a:spcPts val="600"/>
        </a:spcBef>
        <a:buClr>
          <a:schemeClr val="accent2"/>
        </a:buClr>
        <a:buFont typeface="Arial" pitchFamily="34" charset="0"/>
        <a:buChar char="–"/>
        <a:defRPr sz="1400" kern="1200">
          <a:solidFill>
            <a:schemeClr val="tx1"/>
          </a:solidFill>
          <a:latin typeface="+mn-lt"/>
          <a:ea typeface="+mn-ea"/>
          <a:cs typeface="+mn-cs"/>
        </a:defRPr>
      </a:lvl4pPr>
      <a:lvl5pPr marL="1208088" indent="-173038" algn="l" defTabSz="914400" rtl="0" eaLnBrk="1" latinLnBrk="0" hangingPunct="1">
        <a:lnSpc>
          <a:spcPct val="90000"/>
        </a:lnSpc>
        <a:spcBef>
          <a:spcPts val="600"/>
        </a:spcBef>
        <a:buClr>
          <a:schemeClr val="accent2"/>
        </a:buClr>
        <a:buFont typeface="Arial" pitchFamily="34" charset="0"/>
        <a:buChar char="•"/>
        <a:defRPr sz="1400" kern="1200">
          <a:solidFill>
            <a:schemeClr val="tx1"/>
          </a:solidFill>
          <a:latin typeface="+mn-lt"/>
          <a:ea typeface="+mn-ea"/>
          <a:cs typeface="+mn-cs"/>
        </a:defRPr>
      </a:lvl5pPr>
      <a:lvl6pPr marL="1444752" indent="-173736" algn="l" defTabSz="914400" rtl="0" eaLnBrk="1" latinLnBrk="0" hangingPunct="1">
        <a:lnSpc>
          <a:spcPct val="90000"/>
        </a:lnSpc>
        <a:spcBef>
          <a:spcPts val="600"/>
        </a:spcBef>
        <a:buFont typeface="Arial" pitchFamily="34" charset="0"/>
        <a:buChar char="–"/>
        <a:defRPr sz="1400" kern="1200">
          <a:solidFill>
            <a:schemeClr val="tx1"/>
          </a:solidFill>
          <a:latin typeface="+mn-lt"/>
          <a:ea typeface="+mn-ea"/>
          <a:cs typeface="+mn-cs"/>
        </a:defRPr>
      </a:lvl6pPr>
      <a:lvl7pPr marL="1682496" indent="-173736" algn="l" defTabSz="914400" rtl="0" eaLnBrk="1" latinLnBrk="0" hangingPunct="1">
        <a:lnSpc>
          <a:spcPct val="90000"/>
        </a:lnSpc>
        <a:spcBef>
          <a:spcPts val="600"/>
        </a:spcBef>
        <a:buFont typeface="Arial" pitchFamily="34" charset="0"/>
        <a:buChar char="•"/>
        <a:defRPr sz="1400" kern="1200">
          <a:solidFill>
            <a:schemeClr val="tx1"/>
          </a:solidFill>
          <a:latin typeface="+mn-lt"/>
          <a:ea typeface="+mn-ea"/>
          <a:cs typeface="+mn-cs"/>
        </a:defRPr>
      </a:lvl7pPr>
      <a:lvl8pPr marL="1920240" indent="-173736" algn="l" defTabSz="914400" rtl="0" eaLnBrk="1" latinLnBrk="0" hangingPunct="1">
        <a:lnSpc>
          <a:spcPct val="90000"/>
        </a:lnSpc>
        <a:spcBef>
          <a:spcPts val="600"/>
        </a:spcBef>
        <a:buFont typeface="Arial" pitchFamily="34" charset="0"/>
        <a:buChar char="–"/>
        <a:defRPr sz="1400" kern="1200">
          <a:solidFill>
            <a:schemeClr val="tx1"/>
          </a:solidFill>
          <a:latin typeface="+mn-lt"/>
          <a:ea typeface="+mn-ea"/>
          <a:cs typeface="+mn-cs"/>
        </a:defRPr>
      </a:lvl8pPr>
      <a:lvl9pPr marL="2157984" indent="-173736" algn="l" defTabSz="914400" rtl="0" eaLnBrk="1" latinLnBrk="0" hangingPunct="1">
        <a:lnSpc>
          <a:spcPct val="90000"/>
        </a:lnSpc>
        <a:spcBef>
          <a:spcPts val="600"/>
        </a:spcBef>
        <a:buFont typeface="Arial" pitchFamily="34" charset="0"/>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pPr algn="ctr"/>
            <a:r>
              <a:rPr lang="en-US" dirty="0">
                <a:latin typeface="Arial" pitchFamily="34" charset="0"/>
                <a:cs typeface="Arial" pitchFamily="34" charset="0"/>
              </a:rPr>
              <a:t>GESTURE GLIDE</a:t>
            </a:r>
          </a:p>
        </p:txBody>
      </p:sp>
      <p:sp>
        <p:nvSpPr>
          <p:cNvPr id="14" name="Content Placeholder 13"/>
          <p:cNvSpPr>
            <a:spLocks noGrp="1"/>
          </p:cNvSpPr>
          <p:nvPr>
            <p:ph idx="1"/>
          </p:nvPr>
        </p:nvSpPr>
        <p:spPr>
          <a:xfrm>
            <a:off x="1446212" y="1828800"/>
            <a:ext cx="9601200" cy="4191000"/>
          </a:xfrm>
        </p:spPr>
        <p:txBody>
          <a:bodyPr>
            <a:normAutofit/>
          </a:bodyPr>
          <a:lstStyle/>
          <a:p>
            <a:pPr marL="0" lvl="0" indent="0" algn="ctr">
              <a:buNone/>
            </a:pPr>
            <a:r>
              <a:rPr lang="en-US" sz="1600" dirty="0">
                <a:latin typeface="Arial" pitchFamily="34" charset="0"/>
                <a:cs typeface="Arial" pitchFamily="34" charset="0"/>
              </a:rPr>
              <a:t>Department of Computer Science and Engineering Regional </a:t>
            </a:r>
          </a:p>
          <a:p>
            <a:pPr marL="0" lvl="0" indent="0" algn="ctr">
              <a:buNone/>
            </a:pPr>
            <a:r>
              <a:rPr lang="en-US" dirty="0">
                <a:latin typeface="Arial" pitchFamily="34" charset="0"/>
                <a:cs typeface="Arial" pitchFamily="34" charset="0"/>
              </a:rPr>
              <a:t>(Supervisor: </a:t>
            </a:r>
            <a:r>
              <a:rPr lang="en-US" b="1" dirty="0">
                <a:solidFill>
                  <a:schemeClr val="accent1">
                    <a:lumMod val="75000"/>
                  </a:schemeClr>
                </a:solidFill>
                <a:latin typeface="Arial" pitchFamily="34" charset="0"/>
                <a:cs typeface="Arial" pitchFamily="34" charset="0"/>
              </a:rPr>
              <a:t>Ms. </a:t>
            </a:r>
            <a:r>
              <a:rPr lang="en-US" b="1">
                <a:solidFill>
                  <a:schemeClr val="accent1">
                    <a:lumMod val="75000"/>
                  </a:schemeClr>
                </a:solidFill>
                <a:latin typeface="Arial" pitchFamily="34" charset="0"/>
                <a:cs typeface="Arial" pitchFamily="34" charset="0"/>
              </a:rPr>
              <a:t>Roshni </a:t>
            </a:r>
            <a:r>
              <a:rPr lang="en-US" b="1" dirty="0">
                <a:solidFill>
                  <a:schemeClr val="accent1">
                    <a:lumMod val="75000"/>
                  </a:schemeClr>
                </a:solidFill>
                <a:latin typeface="Arial" pitchFamily="34" charset="0"/>
                <a:cs typeface="Arial" pitchFamily="34" charset="0"/>
              </a:rPr>
              <a:t>Prasad </a:t>
            </a:r>
            <a:r>
              <a:rPr lang="en-US" dirty="0">
                <a:latin typeface="Arial" pitchFamily="34" charset="0"/>
                <a:cs typeface="Arial" pitchFamily="34" charset="0"/>
              </a:rPr>
              <a:t>)</a:t>
            </a:r>
          </a:p>
          <a:p>
            <a:pPr marL="0" lvl="0" indent="0" algn="ctr">
              <a:buNone/>
            </a:pPr>
            <a:endParaRPr lang="en-US" dirty="0">
              <a:latin typeface="Times New Roman" panose="02020603050405020304" pitchFamily="18" charset="0"/>
              <a:cs typeface="Times New Roman" panose="02020603050405020304" pitchFamily="18" charset="0"/>
            </a:endParaRPr>
          </a:p>
          <a:p>
            <a:pPr marL="0" lvl="0" indent="0" algn="ctr">
              <a:buNone/>
            </a:pPr>
            <a:endParaRPr lang="en-US" dirty="0"/>
          </a:p>
          <a:p>
            <a:pPr marL="0" lvl="0" indent="0" algn="ctr">
              <a:buNone/>
            </a:pPr>
            <a:endParaRPr lang="en-US" dirty="0"/>
          </a:p>
          <a:p>
            <a:pPr marL="0" lvl="0" indent="0" algn="ctr">
              <a:buNone/>
            </a:pPr>
            <a:endParaRPr lang="en-US" dirty="0"/>
          </a:p>
          <a:p>
            <a:pPr marL="0" lvl="0" indent="0" algn="ctr">
              <a:buNone/>
            </a:pPr>
            <a:r>
              <a:rPr lang="en-US" dirty="0"/>
              <a:t>Group Members</a:t>
            </a:r>
          </a:p>
          <a:p>
            <a:pPr marL="0" lvl="0" indent="0" algn="ctr">
              <a:buNone/>
            </a:pPr>
            <a:endParaRPr lang="en-US" dirty="0"/>
          </a:p>
        </p:txBody>
      </p:sp>
      <p:graphicFrame>
        <p:nvGraphicFramePr>
          <p:cNvPr id="6" name="Table 5">
            <a:extLst>
              <a:ext uri="{FF2B5EF4-FFF2-40B4-BE49-F238E27FC236}">
                <a16:creationId xmlns:a16="http://schemas.microsoft.com/office/drawing/2014/main" id="{B8D35DFE-0D21-4638-83BD-6EE30128DF90}"/>
              </a:ext>
            </a:extLst>
          </p:cNvPr>
          <p:cNvGraphicFramePr>
            <a:graphicFrameLocks noGrp="1"/>
          </p:cNvGraphicFramePr>
          <p:nvPr>
            <p:extLst>
              <p:ext uri="{D42A27DB-BD31-4B8C-83A1-F6EECF244321}">
                <p14:modId xmlns:p14="http://schemas.microsoft.com/office/powerpoint/2010/main" val="2947423001"/>
              </p:ext>
            </p:extLst>
          </p:nvPr>
        </p:nvGraphicFramePr>
        <p:xfrm>
          <a:off x="2284412" y="4552950"/>
          <a:ext cx="8101544" cy="1854528"/>
        </p:xfrm>
        <a:graphic>
          <a:graphicData uri="http://schemas.openxmlformats.org/drawingml/2006/table">
            <a:tbl>
              <a:tblPr firstRow="1" bandRow="1">
                <a:tableStyleId>{5C22544A-7EE6-4342-B048-85BDC9FD1C3A}</a:tableStyleId>
              </a:tblPr>
              <a:tblGrid>
                <a:gridCol w="2286001">
                  <a:extLst>
                    <a:ext uri="{9D8B030D-6E8A-4147-A177-3AD203B41FA5}">
                      <a16:colId xmlns:a16="http://schemas.microsoft.com/office/drawing/2014/main" val="1489308670"/>
                    </a:ext>
                  </a:extLst>
                </a:gridCol>
                <a:gridCol w="1676399">
                  <a:extLst>
                    <a:ext uri="{9D8B030D-6E8A-4147-A177-3AD203B41FA5}">
                      <a16:colId xmlns:a16="http://schemas.microsoft.com/office/drawing/2014/main" val="3062725700"/>
                    </a:ext>
                  </a:extLst>
                </a:gridCol>
                <a:gridCol w="4139144">
                  <a:extLst>
                    <a:ext uri="{9D8B030D-6E8A-4147-A177-3AD203B41FA5}">
                      <a16:colId xmlns:a16="http://schemas.microsoft.com/office/drawing/2014/main" val="985814749"/>
                    </a:ext>
                  </a:extLst>
                </a:gridCol>
              </a:tblGrid>
              <a:tr h="376248">
                <a:tc>
                  <a:txBody>
                    <a:bodyPr/>
                    <a:lstStyle/>
                    <a:p>
                      <a:pPr algn="ctr"/>
                      <a:r>
                        <a:rPr lang="en-US" sz="1400" dirty="0">
                          <a:latin typeface="Arial" pitchFamily="34" charset="0"/>
                          <a:cs typeface="Arial" pitchFamily="34" charset="0"/>
                        </a:rPr>
                        <a:t>Name of Member</a:t>
                      </a:r>
                    </a:p>
                  </a:txBody>
                  <a:tcPr/>
                </a:tc>
                <a:tc>
                  <a:txBody>
                    <a:bodyPr/>
                    <a:lstStyle/>
                    <a:p>
                      <a:pPr algn="ctr"/>
                      <a:r>
                        <a:rPr lang="en-US" sz="1400" dirty="0">
                          <a:latin typeface="Arial" pitchFamily="34" charset="0"/>
                          <a:cs typeface="Arial" pitchFamily="34" charset="0"/>
                        </a:rPr>
                        <a:t>Roll Number</a:t>
                      </a:r>
                    </a:p>
                  </a:txBody>
                  <a:tcPr/>
                </a:tc>
                <a:tc>
                  <a:txBody>
                    <a:bodyPr/>
                    <a:lstStyle/>
                    <a:p>
                      <a:pPr algn="ctr"/>
                      <a:r>
                        <a:rPr lang="en-US" sz="1400" dirty="0">
                          <a:latin typeface="Arial" pitchFamily="34" charset="0"/>
                          <a:cs typeface="Arial" pitchFamily="34" charset="0"/>
                        </a:rPr>
                        <a:t>Role</a:t>
                      </a:r>
                    </a:p>
                  </a:txBody>
                  <a:tcPr/>
                </a:tc>
                <a:extLst>
                  <a:ext uri="{0D108BD9-81ED-4DB2-BD59-A6C34878D82A}">
                    <a16:rowId xmlns:a16="http://schemas.microsoft.com/office/drawing/2014/main" val="1548739875"/>
                  </a:ext>
                </a:extLst>
              </a:tr>
              <a:tr h="369570">
                <a:tc>
                  <a:txBody>
                    <a:bodyPr/>
                    <a:lstStyle/>
                    <a:p>
                      <a:pPr algn="ctr"/>
                      <a:r>
                        <a:rPr lang="en-US" sz="1400" dirty="0">
                          <a:latin typeface="Arial" pitchFamily="34" charset="0"/>
                          <a:cs typeface="Arial" pitchFamily="34" charset="0"/>
                        </a:rPr>
                        <a:t>Ajay Bhatnagar</a:t>
                      </a:r>
                    </a:p>
                  </a:txBody>
                  <a:tcPr/>
                </a:tc>
                <a:tc>
                  <a:txBody>
                    <a:bodyPr/>
                    <a:lstStyle/>
                    <a:p>
                      <a:pPr algn="ctr"/>
                      <a:r>
                        <a:rPr lang="en-US" sz="1400" dirty="0">
                          <a:latin typeface="Arial" pitchFamily="34" charset="0"/>
                          <a:cs typeface="Arial" pitchFamily="34" charset="0"/>
                        </a:rPr>
                        <a:t>2101331690001</a:t>
                      </a:r>
                    </a:p>
                  </a:txBody>
                  <a:tcPr/>
                </a:tc>
                <a:tc>
                  <a:txBody>
                    <a:bodyPr/>
                    <a:lstStyle/>
                    <a:p>
                      <a:pPr algn="ctr"/>
                      <a:r>
                        <a:rPr lang="en-US" sz="1400" dirty="0">
                          <a:latin typeface="Arial" pitchFamily="34" charset="0"/>
                          <a:cs typeface="Arial" pitchFamily="34" charset="0"/>
                        </a:rPr>
                        <a:t>Developer (Programming)</a:t>
                      </a:r>
                    </a:p>
                  </a:txBody>
                  <a:tcPr/>
                </a:tc>
                <a:extLst>
                  <a:ext uri="{0D108BD9-81ED-4DB2-BD59-A6C34878D82A}">
                    <a16:rowId xmlns:a16="http://schemas.microsoft.com/office/drawing/2014/main" val="1774639081"/>
                  </a:ext>
                </a:extLst>
              </a:tr>
              <a:tr h="369570">
                <a:tc>
                  <a:txBody>
                    <a:bodyPr/>
                    <a:lstStyle/>
                    <a:p>
                      <a:pPr algn="ctr"/>
                      <a:r>
                        <a:rPr lang="en-US" sz="1400" dirty="0">
                          <a:latin typeface="Arial" pitchFamily="34" charset="0"/>
                          <a:cs typeface="Arial" pitchFamily="34" charset="0"/>
                        </a:rPr>
                        <a:t>Akash Anand</a:t>
                      </a:r>
                    </a:p>
                  </a:txBody>
                  <a:tcPr/>
                </a:tc>
                <a:tc>
                  <a:txBody>
                    <a:bodyPr/>
                    <a:lstStyle/>
                    <a:p>
                      <a:pPr algn="ctr"/>
                      <a:r>
                        <a:rPr lang="en-US" sz="1400" dirty="0">
                          <a:latin typeface="Arial" pitchFamily="34" charset="0"/>
                          <a:cs typeface="Arial" pitchFamily="34" charset="0"/>
                        </a:rPr>
                        <a:t>2101331690002</a:t>
                      </a:r>
                    </a:p>
                  </a:txBody>
                  <a:tcPr/>
                </a:tc>
                <a:tc>
                  <a:txBody>
                    <a:bodyPr/>
                    <a:lstStyle/>
                    <a:p>
                      <a:pPr algn="ctr"/>
                      <a:r>
                        <a:rPr lang="en-US" sz="1400" dirty="0">
                          <a:latin typeface="Arial" pitchFamily="34" charset="0"/>
                          <a:cs typeface="Arial" pitchFamily="34" charset="0"/>
                        </a:rPr>
                        <a:t>Developer (Algorithm Development and Model )</a:t>
                      </a:r>
                    </a:p>
                  </a:txBody>
                  <a:tcPr/>
                </a:tc>
                <a:extLst>
                  <a:ext uri="{0D108BD9-81ED-4DB2-BD59-A6C34878D82A}">
                    <a16:rowId xmlns:a16="http://schemas.microsoft.com/office/drawing/2014/main" val="3233880534"/>
                  </a:ext>
                </a:extLst>
              </a:tr>
              <a:tr h="369570">
                <a:tc>
                  <a:txBody>
                    <a:bodyPr/>
                    <a:lstStyle/>
                    <a:p>
                      <a:pPr algn="ctr"/>
                      <a:r>
                        <a:rPr lang="en-US" sz="1400" dirty="0">
                          <a:latin typeface="Arial" pitchFamily="34" charset="0"/>
                          <a:cs typeface="Arial" pitchFamily="34" charset="0"/>
                        </a:rPr>
                        <a:t>Ankesh Yadav</a:t>
                      </a:r>
                    </a:p>
                  </a:txBody>
                  <a:tcPr/>
                </a:tc>
                <a:tc>
                  <a:txBody>
                    <a:bodyPr/>
                    <a:lstStyle/>
                    <a:p>
                      <a:pPr algn="ctr"/>
                      <a:r>
                        <a:rPr lang="en-US" sz="1400" dirty="0">
                          <a:latin typeface="Arial" pitchFamily="34" charset="0"/>
                          <a:cs typeface="Arial" pitchFamily="34" charset="0"/>
                        </a:rPr>
                        <a:t>2101331690003</a:t>
                      </a:r>
                    </a:p>
                  </a:txBody>
                  <a:tcPr/>
                </a:tc>
                <a:tc>
                  <a:txBody>
                    <a:bodyPr/>
                    <a:lstStyle/>
                    <a:p>
                      <a:pPr algn="ctr"/>
                      <a:r>
                        <a:rPr lang="en-US" sz="1400" dirty="0">
                          <a:latin typeface="Arial" pitchFamily="34" charset="0"/>
                          <a:cs typeface="Arial" pitchFamily="34" charset="0"/>
                        </a:rPr>
                        <a:t>Research and Documentation Lead</a:t>
                      </a:r>
                    </a:p>
                  </a:txBody>
                  <a:tcPr/>
                </a:tc>
                <a:extLst>
                  <a:ext uri="{0D108BD9-81ED-4DB2-BD59-A6C34878D82A}">
                    <a16:rowId xmlns:a16="http://schemas.microsoft.com/office/drawing/2014/main" val="3119938205"/>
                  </a:ext>
                </a:extLst>
              </a:tr>
              <a:tr h="369570">
                <a:tc>
                  <a:txBody>
                    <a:bodyPr/>
                    <a:lstStyle/>
                    <a:p>
                      <a:pPr algn="ctr"/>
                      <a:r>
                        <a:rPr lang="en-US" sz="1400" dirty="0">
                          <a:latin typeface="Arial" pitchFamily="34" charset="0"/>
                          <a:cs typeface="Arial" pitchFamily="34" charset="0"/>
                        </a:rPr>
                        <a:t>Bedabrata Das</a:t>
                      </a:r>
                    </a:p>
                  </a:txBody>
                  <a:tcPr/>
                </a:tc>
                <a:tc>
                  <a:txBody>
                    <a:bodyPr/>
                    <a:lstStyle/>
                    <a:p>
                      <a:pPr algn="ctr"/>
                      <a:r>
                        <a:rPr lang="en-US" sz="1400" dirty="0">
                          <a:latin typeface="Arial" pitchFamily="34" charset="0"/>
                          <a:cs typeface="Arial" pitchFamily="34" charset="0"/>
                        </a:rPr>
                        <a:t>2101331690006</a:t>
                      </a:r>
                    </a:p>
                  </a:txBody>
                  <a:tcPr/>
                </a:tc>
                <a:tc>
                  <a:txBody>
                    <a:bodyPr/>
                    <a:lstStyle/>
                    <a:p>
                      <a:pPr algn="ctr"/>
                      <a:r>
                        <a:rPr lang="en-US" sz="1400" dirty="0">
                          <a:latin typeface="Arial" pitchFamily="34" charset="0"/>
                          <a:cs typeface="Arial" pitchFamily="34" charset="0"/>
                        </a:rPr>
                        <a:t>Presentation and Communication Lead</a:t>
                      </a:r>
                    </a:p>
                  </a:txBody>
                  <a:tcPr/>
                </a:tc>
                <a:extLst>
                  <a:ext uri="{0D108BD9-81ED-4DB2-BD59-A6C34878D82A}">
                    <a16:rowId xmlns:a16="http://schemas.microsoft.com/office/drawing/2014/main" val="3120086947"/>
                  </a:ext>
                </a:extLst>
              </a:tr>
            </a:tbl>
          </a:graphicData>
        </a:graphic>
      </p:graphicFrame>
      <p:pic>
        <p:nvPicPr>
          <p:cNvPr id="3" name="Picture 2" descr="A black and red logo&#10;&#10;Description automatically generated">
            <a:extLst>
              <a:ext uri="{FF2B5EF4-FFF2-40B4-BE49-F238E27FC236}">
                <a16:creationId xmlns:a16="http://schemas.microsoft.com/office/drawing/2014/main" id="{9CEDF0D4-BD26-349A-2142-A1ADFB5C811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42284" y="2996952"/>
            <a:ext cx="2688305" cy="1152387"/>
          </a:xfrm>
          <a:prstGeom prst="rect">
            <a:avLst/>
          </a:prstGeom>
        </p:spPr>
      </p:pic>
    </p:spTree>
    <p:extLst>
      <p:ext uri="{BB962C8B-B14F-4D97-AF65-F5344CB8AC3E}">
        <p14:creationId xmlns:p14="http://schemas.microsoft.com/office/powerpoint/2010/main" val="685996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200"/>
            </a:pPr>
            <a:r>
              <a:rPr b="1" dirty="0">
                <a:latin typeface="Arial" panose="020B0604020202020204" pitchFamily="34" charset="0"/>
                <a:cs typeface="Arial" panose="020B0604020202020204" pitchFamily="34" charset="0"/>
              </a:rPr>
              <a:t>Index</a:t>
            </a:r>
          </a:p>
        </p:txBody>
      </p:sp>
      <p:sp>
        <p:nvSpPr>
          <p:cNvPr id="3" name="Content Placeholder 2"/>
          <p:cNvSpPr>
            <a:spLocks noGrp="1"/>
          </p:cNvSpPr>
          <p:nvPr>
            <p:ph idx="1"/>
          </p:nvPr>
        </p:nvSpPr>
        <p:spPr/>
        <p:txBody>
          <a:bodyPr>
            <a:normAutofit fontScale="77500" lnSpcReduction="20000"/>
          </a:bodyPr>
          <a:lstStyle/>
          <a:p>
            <a:pPr>
              <a:defRPr sz="1600"/>
            </a:pPr>
            <a:r>
              <a:rPr dirty="0">
                <a:latin typeface="Arial" panose="020B0604020202020204" pitchFamily="34" charset="0"/>
                <a:cs typeface="Arial" panose="020B0604020202020204" pitchFamily="34" charset="0"/>
              </a:rPr>
              <a:t>1. Introduction</a:t>
            </a:r>
            <a:endParaRPr lang="en-IN" dirty="0">
              <a:latin typeface="Arial" panose="020B0604020202020204" pitchFamily="34" charset="0"/>
              <a:cs typeface="Arial" panose="020B0604020202020204" pitchFamily="34" charset="0"/>
            </a:endParaRPr>
          </a:p>
          <a:p>
            <a:pPr>
              <a:defRPr sz="1600"/>
            </a:pPr>
            <a:r>
              <a:rPr lang="en-IN" dirty="0">
                <a:latin typeface="Arial" panose="020B0604020202020204" pitchFamily="34" charset="0"/>
                <a:cs typeface="Arial" panose="020B0604020202020204" pitchFamily="34" charset="0"/>
              </a:rPr>
              <a:t>2. Objectives</a:t>
            </a:r>
            <a:endParaRPr dirty="0">
              <a:latin typeface="Arial" panose="020B0604020202020204" pitchFamily="34" charset="0"/>
              <a:cs typeface="Arial" panose="020B0604020202020204" pitchFamily="34" charset="0"/>
            </a:endParaRPr>
          </a:p>
          <a:p>
            <a:pPr>
              <a:defRPr sz="1600"/>
            </a:pPr>
            <a:r>
              <a:rPr lang="en-IN" dirty="0">
                <a:latin typeface="Arial" panose="020B0604020202020204" pitchFamily="34" charset="0"/>
                <a:cs typeface="Arial" panose="020B0604020202020204" pitchFamily="34" charset="0"/>
              </a:rPr>
              <a:t>3</a:t>
            </a:r>
            <a:r>
              <a:rPr dirty="0">
                <a:latin typeface="Arial" panose="020B0604020202020204" pitchFamily="34" charset="0"/>
                <a:cs typeface="Arial" panose="020B0604020202020204" pitchFamily="34" charset="0"/>
              </a:rPr>
              <a:t>. Existing Systems</a:t>
            </a:r>
          </a:p>
          <a:p>
            <a:pPr>
              <a:defRPr sz="1600"/>
            </a:pPr>
            <a:r>
              <a:rPr lang="en-IN" dirty="0">
                <a:latin typeface="Arial" panose="020B0604020202020204" pitchFamily="34" charset="0"/>
                <a:cs typeface="Arial" panose="020B0604020202020204" pitchFamily="34" charset="0"/>
              </a:rPr>
              <a:t>4</a:t>
            </a:r>
            <a:r>
              <a:rPr dirty="0">
                <a:latin typeface="Arial" panose="020B0604020202020204" pitchFamily="34" charset="0"/>
                <a:cs typeface="Arial" panose="020B0604020202020204" pitchFamily="34" charset="0"/>
              </a:rPr>
              <a:t>. Problem Statement</a:t>
            </a:r>
            <a:endParaRPr lang="en-US" dirty="0">
              <a:latin typeface="Arial" panose="020B0604020202020204" pitchFamily="34" charset="0"/>
              <a:cs typeface="Arial" panose="020B0604020202020204" pitchFamily="34" charset="0"/>
            </a:endParaRPr>
          </a:p>
          <a:p>
            <a:pPr>
              <a:defRPr sz="1600"/>
            </a:pPr>
            <a:r>
              <a:rPr lang="en-IN" dirty="0">
                <a:latin typeface="Arial" panose="020B0604020202020204" pitchFamily="34" charset="0"/>
                <a:cs typeface="Arial" panose="020B0604020202020204" pitchFamily="34" charset="0"/>
              </a:rPr>
              <a:t>5. Literature Review</a:t>
            </a:r>
          </a:p>
          <a:p>
            <a:pPr>
              <a:defRPr sz="1600"/>
            </a:pPr>
            <a:r>
              <a:rPr lang="en-IN" dirty="0">
                <a:latin typeface="Arial" panose="020B0604020202020204" pitchFamily="34" charset="0"/>
                <a:cs typeface="Arial" panose="020B0604020202020204" pitchFamily="34" charset="0"/>
              </a:rPr>
              <a:t>6. Project Execution Plan</a:t>
            </a:r>
            <a:endParaRPr dirty="0">
              <a:latin typeface="Arial" panose="020B0604020202020204" pitchFamily="34" charset="0"/>
              <a:cs typeface="Arial" panose="020B0604020202020204" pitchFamily="34" charset="0"/>
            </a:endParaRPr>
          </a:p>
          <a:p>
            <a:pPr>
              <a:defRPr sz="1600"/>
            </a:pPr>
            <a:r>
              <a:rPr lang="en-IN" dirty="0">
                <a:latin typeface="Arial" panose="020B0604020202020204" pitchFamily="34" charset="0"/>
                <a:cs typeface="Arial" panose="020B0604020202020204" pitchFamily="34" charset="0"/>
              </a:rPr>
              <a:t>7</a:t>
            </a:r>
            <a:r>
              <a:rPr dirty="0">
                <a:latin typeface="Arial" panose="020B0604020202020204" pitchFamily="34" charset="0"/>
                <a:cs typeface="Arial" panose="020B0604020202020204" pitchFamily="34" charset="0"/>
              </a:rPr>
              <a:t>. </a:t>
            </a:r>
            <a:r>
              <a:rPr lang="en-IN" dirty="0">
                <a:latin typeface="Arial" panose="020B0604020202020204" pitchFamily="34" charset="0"/>
                <a:cs typeface="Arial" panose="020B0604020202020204" pitchFamily="34" charset="0"/>
              </a:rPr>
              <a:t>Technical Description</a:t>
            </a:r>
          </a:p>
          <a:p>
            <a:pPr>
              <a:defRPr sz="1600"/>
            </a:pPr>
            <a:r>
              <a:rPr lang="en-IN" dirty="0">
                <a:latin typeface="Arial" panose="020B0604020202020204" pitchFamily="34" charset="0"/>
                <a:cs typeface="Arial" panose="020B0604020202020204" pitchFamily="34" charset="0"/>
              </a:rPr>
              <a:t>8. Block Diagram</a:t>
            </a:r>
            <a:endParaRPr dirty="0">
              <a:latin typeface="Arial" panose="020B0604020202020204" pitchFamily="34" charset="0"/>
              <a:cs typeface="Arial" panose="020B0604020202020204" pitchFamily="34" charset="0"/>
            </a:endParaRPr>
          </a:p>
          <a:p>
            <a:pPr>
              <a:defRPr sz="1600"/>
            </a:pPr>
            <a:r>
              <a:rPr lang="en-IN" dirty="0">
                <a:latin typeface="Arial" panose="020B0604020202020204" pitchFamily="34" charset="0"/>
                <a:cs typeface="Arial" panose="020B0604020202020204" pitchFamily="34" charset="0"/>
              </a:rPr>
              <a:t>9</a:t>
            </a:r>
            <a:r>
              <a:rPr dirty="0">
                <a:latin typeface="Arial" panose="020B0604020202020204" pitchFamily="34" charset="0"/>
                <a:cs typeface="Arial" panose="020B0604020202020204" pitchFamily="34" charset="0"/>
              </a:rPr>
              <a:t>. </a:t>
            </a:r>
            <a:r>
              <a:rPr lang="en-IN" dirty="0">
                <a:latin typeface="Arial" panose="020B0604020202020204" pitchFamily="34" charset="0"/>
                <a:cs typeface="Arial" panose="020B0604020202020204" pitchFamily="34" charset="0"/>
              </a:rPr>
              <a:t>Proposed Methodology</a:t>
            </a:r>
            <a:endParaRPr dirty="0">
              <a:latin typeface="Arial" panose="020B0604020202020204" pitchFamily="34" charset="0"/>
              <a:cs typeface="Arial" panose="020B0604020202020204" pitchFamily="34" charset="0"/>
            </a:endParaRPr>
          </a:p>
          <a:p>
            <a:pPr>
              <a:defRPr sz="1600"/>
            </a:pPr>
            <a:r>
              <a:rPr lang="en-IN" dirty="0">
                <a:latin typeface="Arial" panose="020B0604020202020204" pitchFamily="34" charset="0"/>
                <a:cs typeface="Arial" panose="020B0604020202020204" pitchFamily="34" charset="0"/>
              </a:rPr>
              <a:t>10</a:t>
            </a:r>
            <a:r>
              <a:rPr dirty="0">
                <a:latin typeface="Arial" panose="020B0604020202020204" pitchFamily="34" charset="0"/>
                <a:cs typeface="Arial" panose="020B0604020202020204" pitchFamily="34" charset="0"/>
              </a:rPr>
              <a:t>. Requirement Analysis</a:t>
            </a:r>
          </a:p>
          <a:p>
            <a:pPr>
              <a:defRPr sz="1600"/>
            </a:pPr>
            <a:r>
              <a:rPr lang="en-IN" dirty="0">
                <a:latin typeface="Arial" panose="020B0604020202020204" pitchFamily="34" charset="0"/>
                <a:cs typeface="Arial" panose="020B0604020202020204" pitchFamily="34" charset="0"/>
              </a:rPr>
              <a:t>11</a:t>
            </a:r>
            <a:r>
              <a:rPr dirty="0">
                <a:latin typeface="Arial" panose="020B0604020202020204" pitchFamily="34" charset="0"/>
                <a:cs typeface="Arial" panose="020B0604020202020204" pitchFamily="34" charset="0"/>
              </a:rPr>
              <a:t>. Conclusion</a:t>
            </a:r>
          </a:p>
          <a:p>
            <a:pPr>
              <a:defRPr sz="1600"/>
            </a:pPr>
            <a:r>
              <a:rPr lang="en-IN" dirty="0">
                <a:latin typeface="Arial" panose="020B0604020202020204" pitchFamily="34" charset="0"/>
                <a:cs typeface="Arial" panose="020B0604020202020204" pitchFamily="34" charset="0"/>
              </a:rPr>
              <a:t>12</a:t>
            </a:r>
            <a:r>
              <a:rPr dirty="0">
                <a:latin typeface="Arial" panose="020B0604020202020204" pitchFamily="34" charset="0"/>
                <a:cs typeface="Arial" panose="020B0604020202020204" pitchFamily="34" charset="0"/>
              </a:rPr>
              <a:t>. References</a:t>
            </a:r>
            <a:endParaRPr lang="en-US" dirty="0">
              <a:latin typeface="Arial" panose="020B0604020202020204" pitchFamily="34" charset="0"/>
              <a:cs typeface="Arial" panose="020B0604020202020204" pitchFamily="34" charset="0"/>
            </a:endParaRPr>
          </a:p>
          <a:p>
            <a:pPr marL="0" indent="0">
              <a:buNone/>
              <a:defRPr sz="1600"/>
            </a:pPr>
            <a:endParaRPr dirty="0">
              <a:latin typeface="Arial" panose="020B0604020202020204" pitchFamily="34" charset="0"/>
              <a:cs typeface="Arial" panose="020B0604020202020204" pitchFamily="34" charset="0"/>
            </a:endParaRPr>
          </a:p>
          <a:p>
            <a:pPr>
              <a:defRPr sz="1600"/>
            </a:pPr>
            <a:endParaRPr dirty="0">
              <a:latin typeface="Arial" panose="020B06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2414" y="476672"/>
            <a:ext cx="9601200" cy="1143000"/>
          </a:xfrm>
        </p:spPr>
        <p:txBody>
          <a:bodyPr/>
          <a:lstStyle/>
          <a:p>
            <a:pPr>
              <a:defRPr sz="3200"/>
            </a:pPr>
            <a:r>
              <a:rPr b="1" dirty="0">
                <a:latin typeface="Arial" panose="020B0604020202020204" pitchFamily="34" charset="0"/>
                <a:cs typeface="Arial" panose="020B0604020202020204" pitchFamily="34" charset="0"/>
              </a:rPr>
              <a:t>Introduction</a:t>
            </a:r>
          </a:p>
        </p:txBody>
      </p:sp>
      <p:sp>
        <p:nvSpPr>
          <p:cNvPr id="3" name="Content Placeholder 2"/>
          <p:cNvSpPr>
            <a:spLocks noGrp="1"/>
          </p:cNvSpPr>
          <p:nvPr>
            <p:ph idx="1"/>
          </p:nvPr>
        </p:nvSpPr>
        <p:spPr/>
        <p:txBody>
          <a:bodyPr/>
          <a:lstStyle/>
          <a:p>
            <a:pPr algn="just">
              <a:defRPr sz="1600"/>
            </a:pPr>
            <a:r>
              <a:rPr dirty="0">
                <a:latin typeface="Arial" panose="020B0604020202020204" pitchFamily="34" charset="0"/>
                <a:cs typeface="Arial" panose="020B0604020202020204" pitchFamily="34" charset="0"/>
              </a:rPr>
              <a:t>Glide Gesture is an innovative system designed to enhance human-computer interaction through touchless gesture recognition. By leveraging deep learning and computer vision, the system enables users to interact with digital devices using only hand gestures.</a:t>
            </a:r>
            <a:endParaRPr lang="en-IN" dirty="0">
              <a:latin typeface="Arial" panose="020B0604020202020204" pitchFamily="34" charset="0"/>
              <a:cs typeface="Arial" panose="020B0604020202020204" pitchFamily="34" charset="0"/>
            </a:endParaRPr>
          </a:p>
          <a:p>
            <a:pPr algn="just">
              <a:defRPr sz="1600"/>
            </a:pPr>
            <a:r>
              <a:rPr lang="en-US" altLang="en-US" sz="1400" dirty="0">
                <a:solidFill>
                  <a:srgbClr val="000000"/>
                </a:solidFill>
                <a:latin typeface="Arial" panose="020B0604020202020204" pitchFamily="34" charset="0"/>
                <a:cs typeface="Arial" panose="020B0604020202020204" pitchFamily="34" charset="0"/>
              </a:rPr>
              <a:t>Gesture Glide enables users to input mouse commands without a physical mouse, using webcams for image processing</a:t>
            </a:r>
            <a:r>
              <a:rPr lang="en-US" altLang="en-US" sz="1400" dirty="0">
                <a:solidFill>
                  <a:srgbClr val="000000"/>
                </a:solidFill>
                <a:latin typeface="Times New Roman" panose="02020603050405020304" pitchFamily="18" charset="0"/>
              </a:rPr>
              <a:t>.</a:t>
            </a:r>
          </a:p>
          <a:p>
            <a:pPr algn="just">
              <a:defRPr sz="1600"/>
            </a:pPr>
            <a:r>
              <a:rPr lang="en-US" altLang="en-US" sz="1400" dirty="0">
                <a:solidFill>
                  <a:srgbClr val="000000"/>
                </a:solidFill>
                <a:latin typeface="Arial" panose="020B0604020202020204" pitchFamily="34" charset="0"/>
                <a:cs typeface="Arial" panose="020B0604020202020204" pitchFamily="34" charset="0"/>
              </a:rPr>
              <a:t>Hand movements are converted into mouse inputs with continuous webcam image capture.</a:t>
            </a:r>
            <a:endParaRPr lang="en-US" altLang="en-US" sz="1400" dirty="0">
              <a:solidFill>
                <a:srgbClr val="000000"/>
              </a:solidFill>
              <a:latin typeface="Times New Roman" panose="02020603050405020304" pitchFamily="18" charset="0"/>
            </a:endParaRPr>
          </a:p>
          <a:p>
            <a:pPr algn="just">
              <a:defRPr sz="1600"/>
            </a:pPr>
            <a:r>
              <a:rPr lang="en-US" altLang="en-US" sz="1600" dirty="0">
                <a:solidFill>
                  <a:srgbClr val="000000"/>
                </a:solidFill>
                <a:latin typeface="Arial" panose="020B0604020202020204" pitchFamily="34" charset="0"/>
                <a:cs typeface="Arial" panose="020B0604020202020204" pitchFamily="34" charset="0"/>
              </a:rPr>
              <a:t>Webcam-based vision cursor control eliminates traditional mice and expands into various Human-Computer Interaction (HCI) applications.</a:t>
            </a:r>
          </a:p>
          <a:p>
            <a:pPr algn="just">
              <a:defRPr sz="1600"/>
            </a:pPr>
            <a:r>
              <a:rPr lang="en-US" altLang="en-US" sz="1600" dirty="0">
                <a:solidFill>
                  <a:srgbClr val="000000"/>
                </a:solidFill>
                <a:latin typeface="Arial" panose="020B0604020202020204" pitchFamily="34" charset="0"/>
                <a:cs typeface="Arial" panose="020B0604020202020204" pitchFamily="34" charset="0"/>
              </a:rPr>
              <a:t>Technologies like motion controls in gaming consoles and Apple's Vision Pro VR headset highlight the rise of gesture-based interaction.</a:t>
            </a:r>
          </a:p>
          <a:p>
            <a:pPr algn="just">
              <a:defRPr sz="1600"/>
            </a:pPr>
            <a:r>
              <a:rPr lang="en-US" altLang="en-US" sz="1600" dirty="0">
                <a:solidFill>
                  <a:srgbClr val="000000"/>
                </a:solidFill>
                <a:latin typeface="Arial" panose="020B0604020202020204" pitchFamily="34" charset="0"/>
                <a:cs typeface="Arial" panose="020B0604020202020204" pitchFamily="34" charset="0"/>
              </a:rPr>
              <a:t>Gesture-based PowerPoint control and eye tracker virtual mouse add further versatility to these technologies, offering more natural and intuitive interactions.</a:t>
            </a:r>
          </a:p>
          <a:p>
            <a:pPr>
              <a:defRPr sz="1600"/>
            </a:pPr>
            <a:endParaRPr lang="en-US" altLang="en-US" sz="1600" dirty="0">
              <a:solidFill>
                <a:srgbClr val="000000"/>
              </a:solidFill>
              <a:latin typeface="Times New Roman" panose="02020603050405020304" pitchFamily="18" charset="0"/>
            </a:endParaRPr>
          </a:p>
          <a:p>
            <a:pPr>
              <a:defRPr sz="1600"/>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200"/>
            </a:pPr>
            <a:r>
              <a:rPr b="1" dirty="0">
                <a:latin typeface="Arial" panose="020B0604020202020204" pitchFamily="34" charset="0"/>
                <a:cs typeface="Arial" panose="020B0604020202020204" pitchFamily="34" charset="0"/>
              </a:rPr>
              <a:t>Existing Systems</a:t>
            </a:r>
          </a:p>
        </p:txBody>
      </p:sp>
      <p:sp>
        <p:nvSpPr>
          <p:cNvPr id="3" name="Content Placeholder 2"/>
          <p:cNvSpPr>
            <a:spLocks noGrp="1"/>
          </p:cNvSpPr>
          <p:nvPr>
            <p:ph idx="1"/>
          </p:nvPr>
        </p:nvSpPr>
        <p:spPr/>
        <p:txBody>
          <a:bodyPr/>
          <a:lstStyle/>
          <a:p>
            <a:pPr algn="just">
              <a:defRPr sz="1600"/>
            </a:pPr>
            <a:r>
              <a:rPr dirty="0">
                <a:latin typeface="Arial" panose="020B0604020202020204" pitchFamily="34" charset="0"/>
                <a:cs typeface="Arial" panose="020B0604020202020204" pitchFamily="34" charset="0"/>
              </a:rPr>
              <a:t>Many current gesture recognition systems rely on external hardware like Kinect and Leap Motion. These solutions are expensive, less accessible, and limited in adaptability. Glide Gesture provides a software-based alternative, eliminating the need for extra hardware.</a:t>
            </a:r>
            <a:endParaRPr lang="en-IN" dirty="0">
              <a:latin typeface="Arial" panose="020B0604020202020204" pitchFamily="34" charset="0"/>
              <a:cs typeface="Arial" panose="020B0604020202020204" pitchFamily="34" charset="0"/>
            </a:endParaRPr>
          </a:p>
          <a:p>
            <a:pPr algn="just">
              <a:defRPr sz="1600"/>
            </a:pPr>
            <a:r>
              <a:rPr lang="en-US" dirty="0">
                <a:latin typeface="Arial" panose="020B0604020202020204" pitchFamily="34" charset="0"/>
                <a:cs typeface="Arial" panose="020B0604020202020204" pitchFamily="34" charset="0"/>
              </a:rPr>
              <a:t>Current gesture-based interaction systems rely heavily on hardware devices such as Leap Motion, Kinect sensors, and wearable motion sensors. However, these systems have several limitations:</a:t>
            </a:r>
          </a:p>
          <a:p>
            <a:pPr algn="just">
              <a:defRPr sz="1600"/>
            </a:pPr>
            <a:r>
              <a:rPr lang="en-US" dirty="0">
                <a:latin typeface="Arial" panose="020B0604020202020204" pitchFamily="34" charset="0"/>
                <a:cs typeface="Arial" panose="020B0604020202020204" pitchFamily="34" charset="0"/>
              </a:rPr>
              <a:t>Hardware Dependency: Many existing solutions require specialized sensors, making them expensive and less accessible.</a:t>
            </a:r>
          </a:p>
          <a:p>
            <a:pPr algn="just">
              <a:defRPr sz="1600"/>
            </a:pPr>
            <a:r>
              <a:rPr lang="en-US" dirty="0">
                <a:latin typeface="Arial" panose="020B0604020202020204" pitchFamily="34" charset="0"/>
                <a:cs typeface="Arial" panose="020B0604020202020204" pitchFamily="34" charset="0"/>
              </a:rPr>
              <a:t>Limited Flexibility: Some systems only support predefined gestures, limiting user interaction.</a:t>
            </a:r>
          </a:p>
          <a:p>
            <a:pPr algn="just">
              <a:defRPr sz="1600"/>
            </a:pPr>
            <a:r>
              <a:rPr lang="en-US" dirty="0">
                <a:latin typeface="Arial" panose="020B0604020202020204" pitchFamily="34" charset="0"/>
                <a:cs typeface="Arial" panose="020B0604020202020204" pitchFamily="34" charset="0"/>
              </a:rPr>
              <a:t>High Computational Cost: Some systems demand high processing power, making real-time recognition challenging.</a:t>
            </a:r>
          </a:p>
          <a:p>
            <a:pPr algn="just">
              <a:defRPr sz="1600"/>
            </a:pPr>
            <a:r>
              <a:rPr lang="en-US" dirty="0">
                <a:latin typeface="Arial" panose="020B0604020202020204" pitchFamily="34" charset="0"/>
                <a:cs typeface="Arial" panose="020B0604020202020204" pitchFamily="34" charset="0"/>
              </a:rPr>
              <a:t>Lack of Standardization: Different platforms use varying gesture recognition techniques, leading to inconsistent experiences.</a:t>
            </a:r>
            <a:endParaRPr lang="en-IN" dirty="0">
              <a:latin typeface="Arial" panose="020B0604020202020204" pitchFamily="34" charset="0"/>
              <a:cs typeface="Arial" panose="020B0604020202020204" pitchFamily="34" charset="0"/>
            </a:endParaRPr>
          </a:p>
          <a:p>
            <a:pPr>
              <a:defRPr sz="1600"/>
            </a:pP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49FD0-BEFD-7A4E-4DEE-4D5C92606093}"/>
              </a:ext>
            </a:extLst>
          </p:cNvPr>
          <p:cNvSpPr>
            <a:spLocks noGrp="1"/>
          </p:cNvSpPr>
          <p:nvPr>
            <p:ph type="title"/>
          </p:nvPr>
        </p:nvSpPr>
        <p:spPr/>
        <p:txBody>
          <a:bodyPr/>
          <a:lstStyle/>
          <a:p>
            <a:r>
              <a:rPr lang="en-US" b="1" dirty="0">
                <a:latin typeface="Arial" panose="020B0604020202020204" pitchFamily="34" charset="0"/>
                <a:cs typeface="Arial" panose="020B0604020202020204" pitchFamily="34" charset="0"/>
              </a:rPr>
              <a:t>Literature Review</a:t>
            </a:r>
            <a:endParaRPr lang="en-IN"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3B3D665C-5C8E-457B-85E1-FE044EB1EAA0}"/>
              </a:ext>
            </a:extLst>
          </p:cNvPr>
          <p:cNvSpPr>
            <a:spLocks noGrp="1"/>
          </p:cNvSpPr>
          <p:nvPr>
            <p:ph idx="1"/>
          </p:nvPr>
        </p:nvSpPr>
        <p:spPr>
          <a:xfrm>
            <a:off x="1053852" y="1828800"/>
            <a:ext cx="10069762" cy="4624536"/>
          </a:xfrm>
        </p:spPr>
        <p:txBody>
          <a:bodyPr>
            <a:normAutofit fontScale="85000" lnSpcReduction="10000"/>
          </a:bodyPr>
          <a:lstStyle/>
          <a:p>
            <a:r>
              <a:rPr lang="en-US" dirty="0"/>
              <a:t>Gesture Recognition Based Virtual Mouse and  Keyboard</a:t>
            </a:r>
          </a:p>
          <a:p>
            <a:r>
              <a:rPr lang="en-US" dirty="0"/>
              <a:t>Authors: </a:t>
            </a:r>
            <a:r>
              <a:rPr lang="en-US" dirty="0" err="1"/>
              <a:t>Sugnik</a:t>
            </a:r>
            <a:r>
              <a:rPr lang="en-US" dirty="0"/>
              <a:t> Roy Chowdhury and Sumit Pathak</a:t>
            </a:r>
          </a:p>
          <a:p>
            <a:pPr algn="just"/>
            <a:r>
              <a:rPr lang="en-US" dirty="0"/>
              <a:t>Computer vision has reached its pinnacle, where a computer can identify its owner using a simple program of image processing. In this stage of development, people are using this vision in many aspects of day-to-day life, like Face Recognition, Color detection, Automatic car, etc. In this project, computer vision is used in creating an Optical mouse and keyboard using hand gestures. The camera of the computer will read the image of different gestures performed by a person’s hand and according to the movement of the gestures the Mouse or the cursor of the computer will move, and even perform right and left clicks using different gestures. Similarly, the keyboard functions may be used with some different gestures, like using one finger gesture for alphabet selection and a four-figure gesture to swipe left and right. It will act as a virtual mouse and keyboard with no wire or external devices.</a:t>
            </a:r>
          </a:p>
          <a:p>
            <a:r>
              <a:rPr lang="en-US" dirty="0"/>
              <a:t>  Disadvantages:</a:t>
            </a:r>
          </a:p>
          <a:p>
            <a:pPr algn="just"/>
            <a:r>
              <a:rPr lang="en-US" dirty="0"/>
              <a:t>The Convex Hull algorithm can cause problem if another external noise or defect is detected in the working domain of webcam. An attempt to make input mode less constraints dependent for the user’s hand gestures has been preferred.</a:t>
            </a:r>
            <a:endParaRPr lang="en-IN" dirty="0"/>
          </a:p>
        </p:txBody>
      </p:sp>
    </p:spTree>
    <p:extLst>
      <p:ext uri="{BB962C8B-B14F-4D97-AF65-F5344CB8AC3E}">
        <p14:creationId xmlns:p14="http://schemas.microsoft.com/office/powerpoint/2010/main" val="2926177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6802E7-BD8C-2D9B-C870-1F3473AE6DA5}"/>
              </a:ext>
            </a:extLst>
          </p:cNvPr>
          <p:cNvSpPr>
            <a:spLocks noGrp="1"/>
          </p:cNvSpPr>
          <p:nvPr>
            <p:ph idx="1"/>
          </p:nvPr>
        </p:nvSpPr>
        <p:spPr>
          <a:xfrm>
            <a:off x="1413892" y="692696"/>
            <a:ext cx="9709722" cy="5760640"/>
          </a:xfrm>
        </p:spPr>
        <p:txBody>
          <a:bodyPr/>
          <a:lstStyle/>
          <a:p>
            <a:r>
              <a:rPr lang="en-US" dirty="0"/>
              <a:t>Design and Development of Hand Gesture Based Virtual Mouse</a:t>
            </a:r>
          </a:p>
          <a:p>
            <a:r>
              <a:rPr lang="en-US" dirty="0"/>
              <a:t>Authors: </a:t>
            </a:r>
            <a:r>
              <a:rPr lang="en-US" dirty="0" err="1"/>
              <a:t>Kabid</a:t>
            </a:r>
            <a:r>
              <a:rPr lang="en-US" dirty="0"/>
              <a:t> Hassan Shibly and Samrat Kumar Dey</a:t>
            </a:r>
          </a:p>
          <a:p>
            <a:pPr algn="just"/>
            <a:r>
              <a:rPr lang="en-US" dirty="0"/>
              <a:t>The aim is to control mouse functions using only a simple webcam instead of a traditional or regular hardware device. The Virtual Mouse works as a bridge between the user and the machine and only uses a webcam. It helps the user to interact with the system without any physical devices and control the mouse functions. The concept is implemented using Python programming language and Computer Vision-based library OpenCV. This system has the potential to replace the hardware mouse. The lighting barrier acts as the barrier to this system. That’s why the system still can’t be enough to replace the traditional mouse as most of the systems are used in poor lighting conditions.</a:t>
            </a:r>
          </a:p>
          <a:p>
            <a:r>
              <a:rPr lang="en-US" dirty="0"/>
              <a:t>Limitations:</a:t>
            </a:r>
          </a:p>
          <a:p>
            <a:pPr algn="just"/>
            <a:r>
              <a:rPr lang="en-US" dirty="0"/>
              <a:t>The Convex Hull algorithm can cause problem if another external noise or defect is detected in the working domain of webcam. An attempt to make input mode less constraints dependent for the user’s hand gestures has been preferred.</a:t>
            </a:r>
            <a:endParaRPr lang="en-IN" dirty="0"/>
          </a:p>
        </p:txBody>
      </p:sp>
    </p:spTree>
    <p:extLst>
      <p:ext uri="{BB962C8B-B14F-4D97-AF65-F5344CB8AC3E}">
        <p14:creationId xmlns:p14="http://schemas.microsoft.com/office/powerpoint/2010/main" val="23681473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F44805-4F9C-FDA7-64BC-E03AE6AEAA4B}"/>
              </a:ext>
            </a:extLst>
          </p:cNvPr>
          <p:cNvSpPr>
            <a:spLocks noGrp="1"/>
          </p:cNvSpPr>
          <p:nvPr>
            <p:ph idx="1"/>
          </p:nvPr>
        </p:nvSpPr>
        <p:spPr>
          <a:xfrm>
            <a:off x="1413892" y="548680"/>
            <a:ext cx="9709722" cy="5904656"/>
          </a:xfrm>
        </p:spPr>
        <p:txBody>
          <a:bodyPr>
            <a:normAutofit lnSpcReduction="10000"/>
          </a:bodyPr>
          <a:lstStyle/>
          <a:p>
            <a:r>
              <a:rPr lang="en-US" dirty="0"/>
              <a:t>Virtual Mouse Control Using </a:t>
            </a:r>
            <a:r>
              <a:rPr lang="en-US" dirty="0" err="1"/>
              <a:t>Coloured</a:t>
            </a:r>
            <a:r>
              <a:rPr lang="en-US" dirty="0"/>
              <a:t> Finger Tips and Hand Gesture Recognition</a:t>
            </a:r>
          </a:p>
          <a:p>
            <a:r>
              <a:rPr lang="en-US" dirty="0"/>
              <a:t>Authors: </a:t>
            </a:r>
            <a:r>
              <a:rPr lang="en-US" dirty="0" err="1"/>
              <a:t>Vantukala</a:t>
            </a:r>
            <a:r>
              <a:rPr lang="en-US" dirty="0"/>
              <a:t> </a:t>
            </a:r>
            <a:r>
              <a:rPr lang="en-US" dirty="0" err="1"/>
              <a:t>VishnuTeja</a:t>
            </a:r>
            <a:r>
              <a:rPr lang="en-US" dirty="0"/>
              <a:t> Reddy and Thumma </a:t>
            </a:r>
            <a:r>
              <a:rPr lang="en-US" dirty="0" err="1"/>
              <a:t>Dhyanchand</a:t>
            </a:r>
            <a:endParaRPr lang="en-US" dirty="0"/>
          </a:p>
          <a:p>
            <a:pPr algn="just"/>
            <a:r>
              <a:rPr lang="en-US" dirty="0"/>
              <a:t>In human-computer interaction, virtual mouse is implemented with fingertip recognition and hand gesture tracking based on image in a live video is one of the studies. The main objective is to find the solution for the finger tracking in the real world and the cursor control of a computer is still performed physically. The proposed system describes virtual mouse control using fingertip identification and hand gesture recognition. This study consists of two methods for tracking the fingers, one is by using </a:t>
            </a:r>
            <a:r>
              <a:rPr lang="en-US" dirty="0" err="1"/>
              <a:t>coloured</a:t>
            </a:r>
            <a:r>
              <a:rPr lang="en-US" dirty="0"/>
              <a:t> caps and other is by hand gesture detection. This includes three main steps that are finger detection using </a:t>
            </a:r>
            <a:r>
              <a:rPr lang="en-US" dirty="0" err="1"/>
              <a:t>colour</a:t>
            </a:r>
            <a:r>
              <a:rPr lang="en-US" dirty="0"/>
              <a:t> identification, hand gesture tracking and implementation on on-screen cursor. Hand gesture tracking is generated through the detection of contour and formation of a convex hull around it.</a:t>
            </a:r>
          </a:p>
          <a:p>
            <a:r>
              <a:rPr lang="en-US" dirty="0"/>
              <a:t>Limitations:</a:t>
            </a:r>
          </a:p>
          <a:p>
            <a:pPr algn="just"/>
            <a:r>
              <a:rPr lang="en-US" dirty="0"/>
              <a:t>Complex methodology is adopted as there is specific color sequence used for all the mouse control operations which makes the system complex.</a:t>
            </a:r>
          </a:p>
          <a:p>
            <a:endParaRPr lang="en-IN" dirty="0"/>
          </a:p>
        </p:txBody>
      </p:sp>
    </p:spTree>
    <p:extLst>
      <p:ext uri="{BB962C8B-B14F-4D97-AF65-F5344CB8AC3E}">
        <p14:creationId xmlns:p14="http://schemas.microsoft.com/office/powerpoint/2010/main" val="33331614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200"/>
            </a:pPr>
            <a:r>
              <a:rPr b="1" dirty="0">
                <a:latin typeface="Arial" panose="020B0604020202020204" pitchFamily="34" charset="0"/>
                <a:cs typeface="Arial" panose="020B0604020202020204" pitchFamily="34" charset="0"/>
              </a:rPr>
              <a:t>Problem Statement</a:t>
            </a:r>
          </a:p>
        </p:txBody>
      </p:sp>
      <p:sp>
        <p:nvSpPr>
          <p:cNvPr id="3" name="Content Placeholder 2"/>
          <p:cNvSpPr>
            <a:spLocks noGrp="1"/>
          </p:cNvSpPr>
          <p:nvPr>
            <p:ph idx="1"/>
          </p:nvPr>
        </p:nvSpPr>
        <p:spPr/>
        <p:txBody>
          <a:bodyPr>
            <a:normAutofit fontScale="92500" lnSpcReduction="20000"/>
          </a:bodyPr>
          <a:lstStyle/>
          <a:p>
            <a:pPr algn="just">
              <a:defRPr sz="1600"/>
            </a:pPr>
            <a:r>
              <a:rPr dirty="0">
                <a:latin typeface="Arial" panose="020B0604020202020204" pitchFamily="34" charset="0"/>
                <a:cs typeface="Arial" panose="020B0604020202020204" pitchFamily="34" charset="0"/>
              </a:rPr>
              <a:t>Existing gesture recognition solutions face challenges such as:</a:t>
            </a:r>
          </a:p>
          <a:p>
            <a:pPr algn="just">
              <a:defRPr/>
            </a:pPr>
            <a:r>
              <a:rPr lang="en-US" sz="1600" dirty="0">
                <a:latin typeface="Arial" panose="020B0604020202020204" pitchFamily="34" charset="0"/>
                <a:ea typeface="+mn-lt"/>
                <a:cs typeface="Arial" panose="020B0604020202020204" pitchFamily="34" charset="0"/>
              </a:rPr>
              <a:t>Hand-Tracking Finger-Only Virtual Mouse: Utilizes finger combinations for mouse movements without requiring additional gadgets or finger painting, enabling space conservation and ease of use.</a:t>
            </a:r>
          </a:p>
          <a:p>
            <a:pPr algn="just">
              <a:defRPr/>
            </a:pPr>
            <a:r>
              <a:rPr lang="en-US" sz="1600" dirty="0">
                <a:latin typeface="Arial" panose="020B0604020202020204" pitchFamily="34" charset="0"/>
                <a:ea typeface="+mn-lt"/>
                <a:cs typeface="Arial" panose="020B0604020202020204" pitchFamily="34" charset="0"/>
              </a:rPr>
              <a:t>Computer Vision Implementation: Utilizes OpenCV for computer vision tasks and the Media Pipe framework for hand tracking and movement identification without requiring special sensors.</a:t>
            </a:r>
          </a:p>
          <a:p>
            <a:pPr algn="just">
              <a:defRPr/>
            </a:pPr>
            <a:r>
              <a:rPr lang="en-US" sz="1600" dirty="0">
                <a:latin typeface="Arial" panose="020B0604020202020204" pitchFamily="34" charset="0"/>
                <a:ea typeface="+mn-lt"/>
                <a:cs typeface="Arial" panose="020B0604020202020204" pitchFamily="34" charset="0"/>
              </a:rPr>
              <a:t>Machine Learning Integration: Implements machine learning algorithms within the Media Pipe framework to differentiate between hand motions and finger tips, enabling precise control and interaction.</a:t>
            </a:r>
          </a:p>
          <a:p>
            <a:pPr algn="just">
              <a:defRPr/>
            </a:pPr>
            <a:r>
              <a:rPr lang="en-US" sz="1600" dirty="0">
                <a:latin typeface="Arial" panose="020B0604020202020204" pitchFamily="34" charset="0"/>
                <a:ea typeface="+mn-lt"/>
                <a:cs typeface="Arial" panose="020B0604020202020204" pitchFamily="34" charset="0"/>
              </a:rPr>
              <a:t>Scalable and Flexible Pipeline: The Media Pipe framework allows for easy system development and analysis, with flexibility to run on various platforms including desktops and mobile devices, enhancing scalability and usability.</a:t>
            </a:r>
          </a:p>
          <a:p>
            <a:pPr algn="just">
              <a:defRPr sz="1600"/>
            </a:pPr>
            <a:r>
              <a:rPr lang="en-US" sz="1600" dirty="0">
                <a:latin typeface="Arial" panose="020B0604020202020204" pitchFamily="34" charset="0"/>
                <a:cs typeface="Arial" panose="020B0604020202020204" pitchFamily="34" charset="0"/>
              </a:rPr>
              <a:t> High hardware costs</a:t>
            </a:r>
          </a:p>
          <a:p>
            <a:pPr algn="just">
              <a:defRPr sz="1600"/>
            </a:pPr>
            <a:r>
              <a:rPr lang="en-US" sz="1600" dirty="0">
                <a:latin typeface="Arial" panose="020B0604020202020204" pitchFamily="34" charset="0"/>
                <a:cs typeface="Arial" panose="020B0604020202020204" pitchFamily="34" charset="0"/>
              </a:rPr>
              <a:t> Limited real-time performance</a:t>
            </a:r>
          </a:p>
          <a:p>
            <a:pPr algn="just">
              <a:defRPr sz="1600"/>
            </a:pPr>
            <a:r>
              <a:rPr lang="en-US" sz="1600" dirty="0">
                <a:latin typeface="Arial" panose="020B0604020202020204" pitchFamily="34" charset="0"/>
                <a:cs typeface="Arial" panose="020B0604020202020204" pitchFamily="34" charset="0"/>
              </a:rPr>
              <a:t> Lack of flexibility in dynamic environments</a:t>
            </a:r>
          </a:p>
          <a:p>
            <a:pPr algn="just">
              <a:defRPr sz="1600"/>
            </a:pPr>
            <a:r>
              <a:rPr lang="en-US" sz="1600" dirty="0">
                <a:latin typeface="Arial" panose="020B0604020202020204" pitchFamily="34" charset="0"/>
                <a:cs typeface="Arial" panose="020B0604020202020204" pitchFamily="34" charset="0"/>
              </a:rPr>
              <a:t>Glide Gesture aims to solve these challenges using a purely software-driven approach.</a:t>
            </a:r>
          </a:p>
          <a:p>
            <a:pPr>
              <a:defRPr/>
            </a:pPr>
            <a:endParaRPr lang="en-GB" sz="1600" dirty="0">
              <a:latin typeface="Times New Roman" panose="02020603050405020304" pitchFamily="18" charset="0"/>
              <a:ea typeface="+mn-lt"/>
              <a:cs typeface="Times New Roman" panose="02020603050405020304" pitchFamily="18" charset="0"/>
            </a:endParaRPr>
          </a:p>
          <a:p>
            <a:pPr>
              <a:defRPr sz="1600"/>
            </a:pPr>
            <a:endParaRPr lang="en-IN" dirty="0">
              <a:latin typeface="Arial" panose="020B0604020202020204" pitchFamily="34" charset="0"/>
              <a:cs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9842C-7E79-7634-8CC8-79146F3442D9}"/>
              </a:ext>
            </a:extLst>
          </p:cNvPr>
          <p:cNvSpPr>
            <a:spLocks noGrp="1"/>
          </p:cNvSpPr>
          <p:nvPr>
            <p:ph type="title"/>
          </p:nvPr>
        </p:nvSpPr>
        <p:spPr/>
        <p:txBody>
          <a:bodyPr/>
          <a:lstStyle/>
          <a:p>
            <a:r>
              <a:rPr lang="en-IN" b="1" dirty="0">
                <a:latin typeface="Arial" panose="020B0604020202020204" pitchFamily="34" charset="0"/>
                <a:cs typeface="Arial" panose="020B0604020202020204" pitchFamily="34" charset="0"/>
              </a:rPr>
              <a:t>Project Execution Plan</a:t>
            </a:r>
          </a:p>
        </p:txBody>
      </p:sp>
      <p:pic>
        <p:nvPicPr>
          <p:cNvPr id="5" name="Content Placeholder 4">
            <a:extLst>
              <a:ext uri="{FF2B5EF4-FFF2-40B4-BE49-F238E27FC236}">
                <a16:creationId xmlns:a16="http://schemas.microsoft.com/office/drawing/2014/main" id="{D7DDCCF9-B6BB-97D5-FDBB-C71EC05446D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93812" y="1784689"/>
            <a:ext cx="10945216" cy="4552528"/>
          </a:xfrm>
        </p:spPr>
      </p:pic>
    </p:spTree>
    <p:extLst>
      <p:ext uri="{BB962C8B-B14F-4D97-AF65-F5344CB8AC3E}">
        <p14:creationId xmlns:p14="http://schemas.microsoft.com/office/powerpoint/2010/main" val="3567358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8AEF2-A4A4-767F-B77A-954D6D9B929B}"/>
              </a:ext>
            </a:extLst>
          </p:cNvPr>
          <p:cNvSpPr>
            <a:spLocks noGrp="1"/>
          </p:cNvSpPr>
          <p:nvPr>
            <p:ph type="title"/>
          </p:nvPr>
        </p:nvSpPr>
        <p:spPr/>
        <p:txBody>
          <a:bodyPr/>
          <a:lstStyle/>
          <a:p>
            <a:r>
              <a:rPr lang="en-IN" b="1" dirty="0">
                <a:latin typeface="Arial" panose="020B0604020202020204" pitchFamily="34" charset="0"/>
                <a:cs typeface="Arial" panose="020B0604020202020204" pitchFamily="34" charset="0"/>
              </a:rPr>
              <a:t>Technical Description</a:t>
            </a:r>
          </a:p>
        </p:txBody>
      </p:sp>
      <p:sp>
        <p:nvSpPr>
          <p:cNvPr id="3" name="Content Placeholder 2">
            <a:extLst>
              <a:ext uri="{FF2B5EF4-FFF2-40B4-BE49-F238E27FC236}">
                <a16:creationId xmlns:a16="http://schemas.microsoft.com/office/drawing/2014/main" id="{F0108FB7-05C0-51C7-2E29-6B3252CD76EF}"/>
              </a:ext>
            </a:extLst>
          </p:cNvPr>
          <p:cNvSpPr>
            <a:spLocks noGrp="1"/>
          </p:cNvSpPr>
          <p:nvPr>
            <p:ph idx="1"/>
          </p:nvPr>
        </p:nvSpPr>
        <p:spPr/>
        <p:txBody>
          <a:bodyPr>
            <a:normAutofit/>
          </a:bodyPr>
          <a:lstStyle/>
          <a:p>
            <a:pPr algn="just"/>
            <a:r>
              <a:rPr lang="en-US" altLang="en-US" sz="2000" b="1" dirty="0">
                <a:latin typeface="Arial" panose="020B0604020202020204" pitchFamily="34" charset="0"/>
                <a:cs typeface="Arial" panose="020B0604020202020204" pitchFamily="34" charset="0"/>
              </a:rPr>
              <a:t>MediaPipe and OpenCV Integration: </a:t>
            </a:r>
            <a:r>
              <a:rPr lang="en-US" altLang="en-US" sz="2000" dirty="0">
                <a:latin typeface="Arial" panose="020B0604020202020204" pitchFamily="34" charset="0"/>
                <a:cs typeface="Arial" panose="020B0604020202020204" pitchFamily="34" charset="0"/>
              </a:rPr>
              <a:t>Utilizes the MediaPipe framework for hand gesture detection and tracking, leveraging machine learning concepts, while OpenCV is employed for computer vision tasks, including object detection.</a:t>
            </a:r>
          </a:p>
          <a:p>
            <a:pPr algn="just"/>
            <a:r>
              <a:rPr lang="en-US" altLang="en-US" sz="2000" b="1" dirty="0">
                <a:latin typeface="Arial" panose="020B0604020202020204" pitchFamily="34" charset="0"/>
                <a:cs typeface="Arial" panose="020B0604020202020204" pitchFamily="34" charset="0"/>
              </a:rPr>
              <a:t>Graph-Based System Analysis: </a:t>
            </a:r>
            <a:r>
              <a:rPr lang="en-US" altLang="en-US" sz="2000" dirty="0">
                <a:latin typeface="Arial" panose="020B0604020202020204" pitchFamily="34" charset="0"/>
                <a:cs typeface="Arial" panose="020B0604020202020204" pitchFamily="34" charset="0"/>
              </a:rPr>
              <a:t>Developers utilize MediaPipe for building and analyzing systems through graph-based approaches, allowing for application development and customization.</a:t>
            </a:r>
          </a:p>
          <a:p>
            <a:pPr algn="just"/>
            <a:r>
              <a:rPr lang="en-US" altLang="en-US" sz="2000" b="1" dirty="0">
                <a:latin typeface="Arial" panose="020B0604020202020204" pitchFamily="34" charset="0"/>
                <a:cs typeface="Arial" panose="020B0604020202020204" pitchFamily="34" charset="0"/>
              </a:rPr>
              <a:t>Single-Shot Detector Model: </a:t>
            </a:r>
            <a:r>
              <a:rPr lang="en-US" altLang="en-US" sz="2000" dirty="0">
                <a:latin typeface="Arial" panose="020B0604020202020204" pitchFamily="34" charset="0"/>
                <a:cs typeface="Arial" panose="020B0604020202020204" pitchFamily="34" charset="0"/>
              </a:rPr>
              <a:t>Implements a single-shot detector model within MediaPipe for real-time hand detection and recognition, with a focus on palm detection due to its ease of training and efficient non-maximum suppression.</a:t>
            </a:r>
          </a:p>
          <a:p>
            <a:pPr algn="just"/>
            <a:r>
              <a:rPr lang="en-US" altLang="en-US" sz="2000" b="1" dirty="0">
                <a:latin typeface="Arial" panose="020B0604020202020204" pitchFamily="34" charset="0"/>
                <a:cs typeface="Arial" panose="020B0604020202020204" pitchFamily="34" charset="0"/>
              </a:rPr>
              <a:t>OpenCV for Image Processing:</a:t>
            </a:r>
            <a:r>
              <a:rPr lang="en-US" altLang="en-US" sz="2000" dirty="0">
                <a:latin typeface="Arial" panose="020B0604020202020204" pitchFamily="34" charset="0"/>
                <a:cs typeface="Arial" panose="020B0604020202020204" pitchFamily="34" charset="0"/>
              </a:rPr>
              <a:t> OpenCV, a Python library for computer vision, facilitates image and video processing, enabling tasks such as face and object detection in real-time applications.</a:t>
            </a:r>
            <a:endParaRPr lang="en-IN" altLang="en-US" sz="2000" dirty="0">
              <a:latin typeface="Arial" panose="020B0604020202020204" pitchFamily="34" charset="0"/>
              <a:cs typeface="Arial" panose="020B0604020202020204" pitchFamily="34" charset="0"/>
            </a:endParaRPr>
          </a:p>
          <a:p>
            <a:endParaRPr lang="en-IN" dirty="0"/>
          </a:p>
        </p:txBody>
      </p:sp>
    </p:spTree>
    <p:extLst>
      <p:ext uri="{BB962C8B-B14F-4D97-AF65-F5344CB8AC3E}">
        <p14:creationId xmlns:p14="http://schemas.microsoft.com/office/powerpoint/2010/main" val="4863422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D3C994-B31F-1C0C-F431-D977117BB86E}"/>
              </a:ext>
            </a:extLst>
          </p:cNvPr>
          <p:cNvSpPr>
            <a:spLocks noGrp="1"/>
          </p:cNvSpPr>
          <p:nvPr>
            <p:ph idx="1"/>
          </p:nvPr>
        </p:nvSpPr>
        <p:spPr>
          <a:xfrm>
            <a:off x="1485900" y="1052736"/>
            <a:ext cx="9673208" cy="5256584"/>
          </a:xfrm>
        </p:spPr>
        <p:txBody>
          <a:bodyPr>
            <a:normAutofit fontScale="92500" lnSpcReduction="10000"/>
          </a:bodyPr>
          <a:lstStyle/>
          <a:p>
            <a:pPr algn="just">
              <a:defRPr/>
            </a:pPr>
            <a:r>
              <a:rPr lang="en-US" sz="2000" b="1" dirty="0">
                <a:latin typeface="Arial" panose="020B0604020202020204" pitchFamily="34" charset="0"/>
                <a:ea typeface="+mn-lt"/>
                <a:cs typeface="Arial" panose="020B0604020202020204" pitchFamily="34" charset="0"/>
              </a:rPr>
              <a:t>AI Virtual Mouse System Camera: </a:t>
            </a:r>
            <a:r>
              <a:rPr lang="en-US" sz="2000" dirty="0">
                <a:latin typeface="Arial" panose="020B0604020202020204" pitchFamily="34" charset="0"/>
                <a:ea typeface="+mn-lt"/>
                <a:cs typeface="Arial" panose="020B0604020202020204" pitchFamily="34" charset="0"/>
              </a:rPr>
              <a:t>Relies on webcam frames captured by a laptop or PC, utilizing OpenCV for video capture and processing.</a:t>
            </a:r>
          </a:p>
          <a:p>
            <a:pPr algn="just">
              <a:defRPr/>
            </a:pPr>
            <a:endParaRPr lang="en-US" sz="2000" dirty="0">
              <a:latin typeface="Arial" panose="020B0604020202020204" pitchFamily="34" charset="0"/>
              <a:ea typeface="+mn-lt"/>
              <a:cs typeface="Arial" panose="020B0604020202020204" pitchFamily="34" charset="0"/>
            </a:endParaRPr>
          </a:p>
          <a:p>
            <a:pPr>
              <a:lnSpc>
                <a:spcPct val="110000"/>
              </a:lnSpc>
              <a:spcBef>
                <a:spcPts val="0"/>
              </a:spcBef>
              <a:spcAft>
                <a:spcPts val="0"/>
              </a:spcAft>
              <a:defRPr/>
            </a:pPr>
            <a:r>
              <a:rPr lang="en-IN" sz="2000" dirty="0">
                <a:solidFill>
                  <a:srgbClr val="0D0D0D"/>
                </a:solidFill>
                <a:latin typeface="Arial" panose="020B0604020202020204" pitchFamily="34" charset="0"/>
                <a:ea typeface="HGGothicE" panose="020B0400000000000000" pitchFamily="49" charset="-128"/>
                <a:cs typeface="Arial" panose="020B0604020202020204" pitchFamily="34" charset="0"/>
              </a:rPr>
              <a:t>The video frames are processed from BGR to RGB </a:t>
            </a:r>
          </a:p>
          <a:p>
            <a:pPr marL="0" indent="0">
              <a:lnSpc>
                <a:spcPct val="110000"/>
              </a:lnSpc>
              <a:spcBef>
                <a:spcPts val="0"/>
              </a:spcBef>
              <a:spcAft>
                <a:spcPts val="0"/>
              </a:spcAft>
              <a:buFont typeface="Wingdings 2" panose="05020102010507070707" pitchFamily="18" charset="2"/>
              <a:buNone/>
              <a:defRPr/>
            </a:pPr>
            <a:r>
              <a:rPr lang="en-IN" sz="2000" dirty="0">
                <a:solidFill>
                  <a:srgbClr val="0D0D0D"/>
                </a:solidFill>
                <a:latin typeface="Arial" panose="020B0604020202020204" pitchFamily="34" charset="0"/>
                <a:ea typeface="HGGothicE" panose="020B0400000000000000" pitchFamily="49" charset="-128"/>
                <a:cs typeface="Arial" panose="020B0604020202020204" pitchFamily="34" charset="0"/>
              </a:rPr>
              <a:t>      colour space to find the hands in the video frame </a:t>
            </a:r>
          </a:p>
          <a:p>
            <a:pPr marL="0" indent="0">
              <a:lnSpc>
                <a:spcPct val="110000"/>
              </a:lnSpc>
              <a:spcBef>
                <a:spcPts val="0"/>
              </a:spcBef>
              <a:spcAft>
                <a:spcPts val="0"/>
              </a:spcAft>
              <a:buFont typeface="Wingdings 2" panose="05020102010507070707" pitchFamily="18" charset="2"/>
              <a:buNone/>
              <a:defRPr/>
            </a:pPr>
            <a:r>
              <a:rPr lang="en-IN" sz="2000" dirty="0">
                <a:solidFill>
                  <a:srgbClr val="0D0D0D"/>
                </a:solidFill>
                <a:latin typeface="Arial" panose="020B0604020202020204" pitchFamily="34" charset="0"/>
                <a:ea typeface="HGGothicE" panose="020B0400000000000000" pitchFamily="49" charset="-128"/>
                <a:cs typeface="Arial" panose="020B0604020202020204" pitchFamily="34" charset="0"/>
              </a:rPr>
              <a:t>      by frame as shown in the following code:</a:t>
            </a:r>
          </a:p>
          <a:p>
            <a:pPr marL="0" indent="0">
              <a:lnSpc>
                <a:spcPct val="110000"/>
              </a:lnSpc>
              <a:spcBef>
                <a:spcPts val="0"/>
              </a:spcBef>
              <a:spcAft>
                <a:spcPts val="0"/>
              </a:spcAft>
              <a:buFont typeface="Wingdings 2" panose="05020102010507070707" pitchFamily="18" charset="2"/>
              <a:buNone/>
              <a:defRPr/>
            </a:pPr>
            <a:r>
              <a:rPr lang="en-IN" sz="2000" dirty="0">
                <a:solidFill>
                  <a:srgbClr val="0D0D0D"/>
                </a:solidFill>
                <a:latin typeface="Arial" panose="020B0604020202020204" pitchFamily="34" charset="0"/>
                <a:ea typeface="HGGothicE" panose="020B0400000000000000" pitchFamily="49" charset="-128"/>
                <a:cs typeface="Arial" panose="020B0604020202020204" pitchFamily="34" charset="0"/>
              </a:rPr>
              <a:t> </a:t>
            </a:r>
          </a:p>
          <a:p>
            <a:pPr marL="0" indent="0">
              <a:lnSpc>
                <a:spcPct val="110000"/>
              </a:lnSpc>
              <a:spcBef>
                <a:spcPts val="0"/>
              </a:spcBef>
              <a:spcAft>
                <a:spcPts val="0"/>
              </a:spcAft>
              <a:buFont typeface="Wingdings 2" panose="05020102010507070707" pitchFamily="18" charset="2"/>
              <a:buNone/>
              <a:defRPr/>
            </a:pPr>
            <a:endParaRPr lang="en-IN" sz="2000" dirty="0">
              <a:solidFill>
                <a:srgbClr val="0D0D0D"/>
              </a:solidFill>
              <a:latin typeface="Arial" panose="020B0604020202020204" pitchFamily="34" charset="0"/>
              <a:ea typeface="HGGothicE" panose="020B0400000000000000" pitchFamily="49" charset="-128"/>
              <a:cs typeface="Arial" panose="020B0604020202020204" pitchFamily="34" charset="0"/>
            </a:endParaRPr>
          </a:p>
          <a:p>
            <a:pPr marL="0" indent="0">
              <a:lnSpc>
                <a:spcPct val="110000"/>
              </a:lnSpc>
              <a:spcBef>
                <a:spcPts val="0"/>
              </a:spcBef>
              <a:spcAft>
                <a:spcPts val="0"/>
              </a:spcAft>
              <a:buFont typeface="Wingdings 2" panose="05020102010507070707" pitchFamily="18" charset="2"/>
              <a:buNone/>
              <a:defRPr/>
            </a:pPr>
            <a:r>
              <a:rPr lang="en-IN" sz="2000" dirty="0">
                <a:solidFill>
                  <a:srgbClr val="0D0D0D"/>
                </a:solidFill>
                <a:latin typeface="Arial" panose="020B0604020202020204" pitchFamily="34" charset="0"/>
                <a:ea typeface="HGGothicE" panose="020B0400000000000000" pitchFamily="49" charset="-128"/>
                <a:cs typeface="Arial" panose="020B0604020202020204" pitchFamily="34" charset="0"/>
              </a:rPr>
              <a:t>      def findHands(self, img , draw </a:t>
            </a:r>
            <a:r>
              <a:rPr lang="en-IN" sz="2000" dirty="0">
                <a:solidFill>
                  <a:srgbClr val="0D0D0D"/>
                </a:solidFill>
                <a:latin typeface="Arial" panose="020B0604020202020204" pitchFamily="34" charset="0"/>
                <a:ea typeface="MinionMathSymbols"/>
                <a:cs typeface="Arial" panose="020B0604020202020204" pitchFamily="34" charset="0"/>
              </a:rPr>
              <a:t>=</a:t>
            </a:r>
            <a:r>
              <a:rPr lang="en-IN" sz="2000" dirty="0">
                <a:solidFill>
                  <a:srgbClr val="0D0D0D"/>
                </a:solidFill>
                <a:latin typeface="Arial" panose="020B0604020202020204" pitchFamily="34" charset="0"/>
                <a:ea typeface="HGGothicE" panose="020B0400000000000000" pitchFamily="49" charset="-128"/>
                <a:cs typeface="Arial" panose="020B0604020202020204" pitchFamily="34" charset="0"/>
              </a:rPr>
              <a:t> True):</a:t>
            </a:r>
          </a:p>
          <a:p>
            <a:pPr marL="0" indent="0">
              <a:lnSpc>
                <a:spcPct val="110000"/>
              </a:lnSpc>
              <a:spcBef>
                <a:spcPts val="0"/>
              </a:spcBef>
              <a:spcAft>
                <a:spcPts val="0"/>
              </a:spcAft>
              <a:buFont typeface="Wingdings 2" panose="05020102010507070707" pitchFamily="18" charset="2"/>
              <a:buNone/>
              <a:defRPr/>
            </a:pPr>
            <a:r>
              <a:rPr lang="en-IN" sz="2000" dirty="0">
                <a:solidFill>
                  <a:srgbClr val="0D0D0D"/>
                </a:solidFill>
                <a:latin typeface="Arial" panose="020B0604020202020204" pitchFamily="34" charset="0"/>
                <a:ea typeface="HGGothicE" panose="020B0400000000000000" pitchFamily="49" charset="-128"/>
                <a:cs typeface="Arial" panose="020B0604020202020204" pitchFamily="34" charset="0"/>
              </a:rPr>
              <a:t>      imgRGB </a:t>
            </a:r>
            <a:r>
              <a:rPr lang="en-IN" sz="2000" dirty="0">
                <a:solidFill>
                  <a:srgbClr val="0D0D0D"/>
                </a:solidFill>
                <a:latin typeface="Arial" panose="020B0604020202020204" pitchFamily="34" charset="0"/>
                <a:ea typeface="MinionMathSymbols"/>
                <a:cs typeface="Arial" panose="020B0604020202020204" pitchFamily="34" charset="0"/>
              </a:rPr>
              <a:t>=</a:t>
            </a:r>
            <a:r>
              <a:rPr lang="en-IN" sz="2000" dirty="0">
                <a:solidFill>
                  <a:srgbClr val="0D0D0D"/>
                </a:solidFill>
                <a:latin typeface="Arial" panose="020B0604020202020204" pitchFamily="34" charset="0"/>
                <a:ea typeface="HGGothicE" panose="020B0400000000000000" pitchFamily="49" charset="-128"/>
                <a:cs typeface="Arial" panose="020B0604020202020204" pitchFamily="34" charset="0"/>
              </a:rPr>
              <a:t> cv2.cvtColor(img , cv2.COLOR_BGR2RGB)</a:t>
            </a:r>
          </a:p>
          <a:p>
            <a:pPr marL="0" indent="0">
              <a:lnSpc>
                <a:spcPct val="110000"/>
              </a:lnSpc>
              <a:spcBef>
                <a:spcPts val="0"/>
              </a:spcBef>
              <a:spcAft>
                <a:spcPts val="600"/>
              </a:spcAft>
              <a:buFont typeface="Wingdings 2" panose="05020102010507070707" pitchFamily="18" charset="2"/>
              <a:buNone/>
              <a:defRPr/>
            </a:pPr>
            <a:r>
              <a:rPr lang="en-IN" sz="2000" dirty="0">
                <a:solidFill>
                  <a:srgbClr val="0D0D0D"/>
                </a:solidFill>
                <a:latin typeface="Arial" panose="020B0604020202020204" pitchFamily="34" charset="0"/>
                <a:ea typeface="HGGothicE" panose="020B0400000000000000" pitchFamily="49" charset="-128"/>
                <a:cs typeface="Arial" panose="020B0604020202020204" pitchFamily="34" charset="0"/>
              </a:rPr>
              <a:t>      self.results </a:t>
            </a:r>
            <a:r>
              <a:rPr lang="en-IN" sz="2000" dirty="0">
                <a:solidFill>
                  <a:srgbClr val="0D0D0D"/>
                </a:solidFill>
                <a:latin typeface="Arial" panose="020B0604020202020204" pitchFamily="34" charset="0"/>
                <a:ea typeface="MinionMathSymbols"/>
                <a:cs typeface="Arial" panose="020B0604020202020204" pitchFamily="34" charset="0"/>
              </a:rPr>
              <a:t>=</a:t>
            </a:r>
            <a:r>
              <a:rPr lang="en-IN" sz="2000" dirty="0">
                <a:solidFill>
                  <a:srgbClr val="0D0D0D"/>
                </a:solidFill>
                <a:latin typeface="Arial" panose="020B0604020202020204" pitchFamily="34" charset="0"/>
                <a:ea typeface="HGGothicE" panose="020B0400000000000000" pitchFamily="49" charset="-128"/>
                <a:cs typeface="Arial" panose="020B0604020202020204" pitchFamily="34" charset="0"/>
              </a:rPr>
              <a:t> self.hands.process(imgRGB)</a:t>
            </a:r>
          </a:p>
          <a:p>
            <a:pPr marL="0" indent="0" algn="just">
              <a:buFont typeface="Wingdings 2" panose="05020102010507070707" pitchFamily="18" charset="2"/>
              <a:buNone/>
              <a:defRPr/>
            </a:pPr>
            <a:endParaRPr lang="en-IN" sz="2000" dirty="0">
              <a:solidFill>
                <a:srgbClr val="0D0D0D"/>
              </a:solidFill>
              <a:latin typeface="Arial" panose="020B0604020202020204" pitchFamily="34" charset="0"/>
              <a:ea typeface="HGGothicE" panose="020B0400000000000000" pitchFamily="49" charset="-128"/>
              <a:cs typeface="Arial" panose="020B0604020202020204" pitchFamily="34" charset="0"/>
            </a:endParaRPr>
          </a:p>
          <a:p>
            <a:pPr marL="0" indent="0" algn="just">
              <a:buFont typeface="Wingdings 2" panose="05020102010507070707" pitchFamily="18" charset="2"/>
              <a:buNone/>
              <a:defRPr/>
            </a:pPr>
            <a:endParaRPr lang="en-IN" sz="2000" dirty="0">
              <a:latin typeface="Arial" panose="020B0604020202020204" pitchFamily="34" charset="0"/>
              <a:ea typeface="HGGothicE" panose="020B0909000000000000" pitchFamily="49" charset="-128"/>
              <a:cs typeface="Arial" panose="020B0604020202020204" pitchFamily="34" charset="0"/>
            </a:endParaRPr>
          </a:p>
          <a:p>
            <a:pPr marL="0" indent="0" algn="just">
              <a:buFont typeface="Wingdings 2" panose="05020102010507070707" pitchFamily="18" charset="2"/>
              <a:buNone/>
              <a:defRPr/>
            </a:pPr>
            <a:r>
              <a:rPr lang="en-IN" sz="2000" dirty="0">
                <a:latin typeface="Arial" panose="020B0604020202020204" pitchFamily="34" charset="0"/>
                <a:ea typeface="HGGothicE" panose="020B0909000000000000" pitchFamily="49" charset="-128"/>
                <a:cs typeface="Arial" panose="020B0604020202020204" pitchFamily="34" charset="0"/>
              </a:rPr>
              <a:t>The AI virtual mouse system makes</a:t>
            </a:r>
            <a:r>
              <a:rPr lang="en-IN" sz="2000" i="1" dirty="0">
                <a:latin typeface="Arial" panose="020B0604020202020204" pitchFamily="34" charset="0"/>
                <a:ea typeface="HGGothicE" panose="020B0909000000000000" pitchFamily="49" charset="-128"/>
                <a:cs typeface="Arial" panose="020B0604020202020204" pitchFamily="34" charset="0"/>
              </a:rPr>
              <a:t> </a:t>
            </a:r>
            <a:r>
              <a:rPr lang="en-IN" sz="2000" dirty="0">
                <a:latin typeface="Arial" panose="020B0604020202020204" pitchFamily="34" charset="0"/>
                <a:ea typeface="HGGothicE" panose="020B0909000000000000" pitchFamily="49" charset="-128"/>
                <a:cs typeface="Arial" panose="020B0604020202020204" pitchFamily="34" charset="0"/>
              </a:rPr>
              <a:t>use of the transformational algorithm, and it converts the coordinates</a:t>
            </a:r>
            <a:r>
              <a:rPr lang="en-IN" sz="2000" i="1" dirty="0">
                <a:latin typeface="Arial" panose="020B0604020202020204" pitchFamily="34" charset="0"/>
                <a:ea typeface="HGGothicE" panose="020B0909000000000000" pitchFamily="49" charset="-128"/>
                <a:cs typeface="Arial" panose="020B0604020202020204" pitchFamily="34" charset="0"/>
              </a:rPr>
              <a:t> </a:t>
            </a:r>
            <a:r>
              <a:rPr lang="en-IN" sz="2000" dirty="0">
                <a:latin typeface="Arial" panose="020B0604020202020204" pitchFamily="34" charset="0"/>
                <a:ea typeface="HGGothicE" panose="020B0909000000000000" pitchFamily="49" charset="-128"/>
                <a:cs typeface="Arial" panose="020B0604020202020204" pitchFamily="34" charset="0"/>
              </a:rPr>
              <a:t>of fingertip from the webcam screen to the</a:t>
            </a:r>
            <a:r>
              <a:rPr lang="en-IN" sz="2000" i="1" dirty="0">
                <a:latin typeface="Arial" panose="020B0604020202020204" pitchFamily="34" charset="0"/>
                <a:ea typeface="HGGothicE" panose="020B0909000000000000" pitchFamily="49" charset="-128"/>
                <a:cs typeface="Arial" panose="020B0604020202020204" pitchFamily="34" charset="0"/>
              </a:rPr>
              <a:t> </a:t>
            </a:r>
            <a:r>
              <a:rPr lang="en-IN" sz="2000" dirty="0">
                <a:latin typeface="Arial" panose="020B0604020202020204" pitchFamily="34" charset="0"/>
                <a:ea typeface="HGGothicE" panose="020B0909000000000000" pitchFamily="49" charset="-128"/>
                <a:cs typeface="Arial" panose="020B0604020202020204" pitchFamily="34" charset="0"/>
              </a:rPr>
              <a:t>computer window full screen for controlling the mouse</a:t>
            </a:r>
            <a:r>
              <a:rPr lang="en-IN" sz="1800" dirty="0">
                <a:latin typeface="Arial" panose="020B0604020202020204" pitchFamily="34" charset="0"/>
                <a:ea typeface="HGGothicE" panose="020B0909000000000000" pitchFamily="49" charset="-128"/>
                <a:cs typeface="Arial" panose="020B0604020202020204" pitchFamily="34" charset="0"/>
              </a:rPr>
              <a:t>.</a:t>
            </a:r>
            <a:endParaRPr lang="en-US" sz="1800" dirty="0">
              <a:latin typeface="Arial" panose="020B0604020202020204" pitchFamily="34" charset="0"/>
              <a:ea typeface="+mn-lt"/>
              <a:cs typeface="Arial" panose="020B0604020202020204" pitchFamily="34" charset="0"/>
            </a:endParaRPr>
          </a:p>
          <a:p>
            <a:endParaRPr lang="en-IN" dirty="0"/>
          </a:p>
        </p:txBody>
      </p:sp>
      <p:pic>
        <p:nvPicPr>
          <p:cNvPr id="4" name="Picture 3">
            <a:extLst>
              <a:ext uri="{FF2B5EF4-FFF2-40B4-BE49-F238E27FC236}">
                <a16:creationId xmlns:a16="http://schemas.microsoft.com/office/drawing/2014/main" id="{434651C9-E262-E610-4E62-F592AACF94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82644" y="1484784"/>
            <a:ext cx="3312367" cy="351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561506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E38EC-A058-9BFD-9936-9D939CD362AA}"/>
              </a:ext>
            </a:extLst>
          </p:cNvPr>
          <p:cNvSpPr>
            <a:spLocks noGrp="1"/>
          </p:cNvSpPr>
          <p:nvPr>
            <p:ph type="title"/>
          </p:nvPr>
        </p:nvSpPr>
        <p:spPr/>
        <p:txBody>
          <a:bodyPr/>
          <a:lstStyle/>
          <a:p>
            <a:r>
              <a:rPr lang="en-IN" b="1" dirty="0">
                <a:latin typeface="Arial" panose="020B0604020202020204" pitchFamily="34" charset="0"/>
                <a:cs typeface="Arial" panose="020B0604020202020204" pitchFamily="34" charset="0"/>
              </a:rPr>
              <a:t>Block Diagram</a:t>
            </a:r>
          </a:p>
        </p:txBody>
      </p:sp>
      <p:pic>
        <p:nvPicPr>
          <p:cNvPr id="5" name="Content Placeholder 4">
            <a:extLst>
              <a:ext uri="{FF2B5EF4-FFF2-40B4-BE49-F238E27FC236}">
                <a16:creationId xmlns:a16="http://schemas.microsoft.com/office/drawing/2014/main" id="{7BBE5CDC-071B-C221-84AC-B43EC22EFB4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93812" y="1813320"/>
            <a:ext cx="11017224" cy="4495800"/>
          </a:xfrm>
        </p:spPr>
      </p:pic>
    </p:spTree>
    <p:extLst>
      <p:ext uri="{BB962C8B-B14F-4D97-AF65-F5344CB8AC3E}">
        <p14:creationId xmlns:p14="http://schemas.microsoft.com/office/powerpoint/2010/main" val="36353264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200"/>
            </a:pPr>
            <a:r>
              <a:rPr b="1" dirty="0">
                <a:latin typeface="Arial" panose="020B0604020202020204" pitchFamily="34" charset="0"/>
                <a:cs typeface="Arial" panose="020B0604020202020204" pitchFamily="34" charset="0"/>
              </a:rPr>
              <a:t>Proposed Methodology</a:t>
            </a:r>
          </a:p>
        </p:txBody>
      </p:sp>
      <p:sp>
        <p:nvSpPr>
          <p:cNvPr id="3" name="Content Placeholder 2"/>
          <p:cNvSpPr>
            <a:spLocks noGrp="1"/>
          </p:cNvSpPr>
          <p:nvPr>
            <p:ph idx="1"/>
          </p:nvPr>
        </p:nvSpPr>
        <p:spPr/>
        <p:txBody>
          <a:bodyPr/>
          <a:lstStyle/>
          <a:p>
            <a:pPr algn="just">
              <a:defRPr sz="1600"/>
            </a:pPr>
            <a:r>
              <a:rPr dirty="0">
                <a:latin typeface="Arial" panose="020B0604020202020204" pitchFamily="34" charset="0"/>
                <a:cs typeface="Arial" panose="020B0604020202020204" pitchFamily="34" charset="0"/>
              </a:rPr>
              <a:t>The Glide Gesture system follows these key steps:</a:t>
            </a:r>
          </a:p>
          <a:p>
            <a:pPr algn="just">
              <a:defRPr sz="1600"/>
            </a:pPr>
            <a:r>
              <a:rPr dirty="0">
                <a:latin typeface="Arial" panose="020B0604020202020204" pitchFamily="34" charset="0"/>
                <a:cs typeface="Arial" panose="020B0604020202020204" pitchFamily="34" charset="0"/>
              </a:rPr>
              <a:t>1. Capture Gesture via Camera</a:t>
            </a:r>
          </a:p>
          <a:p>
            <a:pPr algn="just">
              <a:defRPr sz="1600"/>
            </a:pPr>
            <a:r>
              <a:rPr dirty="0">
                <a:latin typeface="Arial" panose="020B0604020202020204" pitchFamily="34" charset="0"/>
                <a:cs typeface="Arial" panose="020B0604020202020204" pitchFamily="34" charset="0"/>
              </a:rPr>
              <a:t>2. Preprocess Image (Grayscale, Edge Detection)</a:t>
            </a:r>
          </a:p>
          <a:p>
            <a:pPr algn="just">
              <a:defRPr sz="1600"/>
            </a:pPr>
            <a:r>
              <a:rPr dirty="0">
                <a:latin typeface="Arial" panose="020B0604020202020204" pitchFamily="34" charset="0"/>
                <a:cs typeface="Arial" panose="020B0604020202020204" pitchFamily="34" charset="0"/>
              </a:rPr>
              <a:t>3. Extract Features (Contours, </a:t>
            </a:r>
            <a:r>
              <a:rPr dirty="0" err="1">
                <a:latin typeface="Arial" panose="020B0604020202020204" pitchFamily="34" charset="0"/>
                <a:cs typeface="Arial" panose="020B0604020202020204" pitchFamily="34" charset="0"/>
              </a:rPr>
              <a:t>Keypoints</a:t>
            </a:r>
            <a:r>
              <a:rPr dirty="0">
                <a:latin typeface="Arial" panose="020B0604020202020204" pitchFamily="34" charset="0"/>
                <a:cs typeface="Arial" panose="020B0604020202020204" pitchFamily="34" charset="0"/>
              </a:rPr>
              <a:t>)</a:t>
            </a:r>
          </a:p>
          <a:p>
            <a:pPr algn="just">
              <a:defRPr sz="1600"/>
            </a:pPr>
            <a:r>
              <a:rPr dirty="0">
                <a:latin typeface="Arial" panose="020B0604020202020204" pitchFamily="34" charset="0"/>
                <a:cs typeface="Arial" panose="020B0604020202020204" pitchFamily="34" charset="0"/>
              </a:rPr>
              <a:t>4. Classify Gesture using a Trained Model</a:t>
            </a:r>
          </a:p>
          <a:p>
            <a:pPr algn="just">
              <a:defRPr sz="1600"/>
            </a:pPr>
            <a:r>
              <a:rPr dirty="0">
                <a:latin typeface="Arial" panose="020B0604020202020204" pitchFamily="34" charset="0"/>
                <a:cs typeface="Arial" panose="020B0604020202020204" pitchFamily="34" charset="0"/>
              </a:rPr>
              <a:t>5. Execute the Mapped Action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200"/>
            </a:pPr>
            <a:r>
              <a:rPr b="1" dirty="0">
                <a:latin typeface="Arial" panose="020B0604020202020204" pitchFamily="34" charset="0"/>
                <a:cs typeface="Arial" panose="020B0604020202020204" pitchFamily="34" charset="0"/>
              </a:rPr>
              <a:t>Requirement Analysis</a:t>
            </a:r>
          </a:p>
        </p:txBody>
      </p:sp>
      <p:sp>
        <p:nvSpPr>
          <p:cNvPr id="3" name="Content Placeholder 2"/>
          <p:cNvSpPr>
            <a:spLocks noGrp="1"/>
          </p:cNvSpPr>
          <p:nvPr>
            <p:ph idx="1"/>
          </p:nvPr>
        </p:nvSpPr>
        <p:spPr/>
        <p:txBody>
          <a:bodyPr/>
          <a:lstStyle/>
          <a:p>
            <a:pPr>
              <a:defRPr sz="1600"/>
            </a:pPr>
            <a:r>
              <a:rPr dirty="0">
                <a:latin typeface="Arial" panose="020B0604020202020204" pitchFamily="34" charset="0"/>
                <a:cs typeface="Arial" panose="020B0604020202020204" pitchFamily="34" charset="0"/>
              </a:rPr>
              <a:t>1. Hardware Requirements:</a:t>
            </a:r>
          </a:p>
          <a:p>
            <a:pPr>
              <a:defRPr sz="1600"/>
            </a:pPr>
            <a:r>
              <a:rPr dirty="0">
                <a:latin typeface="Arial" panose="020B0604020202020204" pitchFamily="34" charset="0"/>
                <a:cs typeface="Arial" panose="020B0604020202020204" pitchFamily="34" charset="0"/>
              </a:rPr>
              <a:t>   - Standard Laptop/PC with Webcam</a:t>
            </a:r>
          </a:p>
          <a:p>
            <a:pPr>
              <a:defRPr sz="1600"/>
            </a:pPr>
            <a:r>
              <a:rPr dirty="0">
                <a:latin typeface="Arial" panose="020B0604020202020204" pitchFamily="34" charset="0"/>
                <a:cs typeface="Arial" panose="020B0604020202020204" pitchFamily="34" charset="0"/>
              </a:rPr>
              <a:t>   - GPU (Optional for faster model training)</a:t>
            </a:r>
          </a:p>
          <a:p>
            <a:pPr>
              <a:defRPr sz="1600"/>
            </a:pPr>
            <a:r>
              <a:rPr dirty="0">
                <a:latin typeface="Arial" panose="020B0604020202020204" pitchFamily="34" charset="0"/>
                <a:cs typeface="Arial" panose="020B0604020202020204" pitchFamily="34" charset="0"/>
              </a:rPr>
              <a:t>2. Software Requirements</a:t>
            </a:r>
            <a:r>
              <a:rPr lang="en-IN" dirty="0">
                <a:latin typeface="Arial" panose="020B0604020202020204" pitchFamily="34" charset="0"/>
                <a:cs typeface="Arial" panose="020B0604020202020204" pitchFamily="34" charset="0"/>
              </a:rPr>
              <a:t>:</a:t>
            </a:r>
            <a:endParaRPr dirty="0">
              <a:latin typeface="Arial" panose="020B0604020202020204" pitchFamily="34" charset="0"/>
              <a:cs typeface="Arial" panose="020B0604020202020204" pitchFamily="34" charset="0"/>
            </a:endParaRPr>
          </a:p>
          <a:p>
            <a:pPr>
              <a:defRPr sz="1600"/>
            </a:pPr>
            <a:r>
              <a:rPr dirty="0">
                <a:latin typeface="Arial" panose="020B0604020202020204" pitchFamily="34" charset="0"/>
                <a:cs typeface="Arial" panose="020B0604020202020204" pitchFamily="34" charset="0"/>
              </a:rPr>
              <a:t>   - Python, TensorFlow, OpenCV, NumPy, Pandas</a:t>
            </a:r>
          </a:p>
          <a:p>
            <a:pPr>
              <a:defRPr sz="1600"/>
            </a:pPr>
            <a:r>
              <a:rPr dirty="0">
                <a:latin typeface="Arial" panose="020B0604020202020204" pitchFamily="34" charset="0"/>
                <a:cs typeface="Arial" panose="020B0604020202020204" pitchFamily="34" charset="0"/>
              </a:rPr>
              <a:t>3. User Needs:</a:t>
            </a:r>
          </a:p>
          <a:p>
            <a:pPr>
              <a:defRPr sz="1600"/>
            </a:pPr>
            <a:r>
              <a:rPr dirty="0">
                <a:latin typeface="Arial" panose="020B0604020202020204" pitchFamily="34" charset="0"/>
                <a:cs typeface="Arial" panose="020B0604020202020204" pitchFamily="34" charset="0"/>
              </a:rPr>
              <a:t>   - General users for accessibility</a:t>
            </a:r>
          </a:p>
          <a:p>
            <a:pPr>
              <a:defRPr sz="1600"/>
            </a:pPr>
            <a:r>
              <a:rPr dirty="0">
                <a:latin typeface="Arial" panose="020B0604020202020204" pitchFamily="34" charset="0"/>
                <a:cs typeface="Arial" panose="020B0604020202020204" pitchFamily="34" charset="0"/>
              </a:rPr>
              <a:t>   - Developers for integration</a:t>
            </a:r>
          </a:p>
          <a:p>
            <a:pPr>
              <a:defRPr sz="1600"/>
            </a:pPr>
            <a:r>
              <a:rPr dirty="0">
                <a:latin typeface="Arial" panose="020B0604020202020204" pitchFamily="34" charset="0"/>
                <a:cs typeface="Arial" panose="020B0604020202020204" pitchFamily="34" charset="0"/>
              </a:rPr>
              <a:t>   - Businesses for automation applications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200"/>
            </a:pPr>
            <a:r>
              <a:t>Conclusion</a:t>
            </a:r>
          </a:p>
        </p:txBody>
      </p:sp>
      <p:sp>
        <p:nvSpPr>
          <p:cNvPr id="3" name="Content Placeholder 2"/>
          <p:cNvSpPr>
            <a:spLocks noGrp="1"/>
          </p:cNvSpPr>
          <p:nvPr>
            <p:ph idx="1"/>
          </p:nvPr>
        </p:nvSpPr>
        <p:spPr/>
        <p:txBody>
          <a:bodyPr/>
          <a:lstStyle/>
          <a:p>
            <a:pPr>
              <a:defRPr sz="1600"/>
            </a:pPr>
            <a:r>
              <a:rPr dirty="0">
                <a:latin typeface="Arial" panose="020B0604020202020204" pitchFamily="34" charset="0"/>
                <a:cs typeface="Arial" panose="020B0604020202020204" pitchFamily="34" charset="0"/>
              </a:rPr>
              <a:t>Glide Gesture revolutionizes human-computer interaction by providing a cost-effective, efficient, and accessible gesture-based input system. With its applications in smart homes, gaming, and accessibility solutions, it paves the way for a touch-free future.</a:t>
            </a:r>
            <a:endParaRPr lang="en-IN" dirty="0">
              <a:latin typeface="Arial" panose="020B0604020202020204" pitchFamily="34" charset="0"/>
              <a:cs typeface="Arial" panose="020B0604020202020204" pitchFamily="34" charset="0"/>
            </a:endParaRPr>
          </a:p>
          <a:p>
            <a:pPr>
              <a:defRPr sz="1600"/>
            </a:pPr>
            <a:r>
              <a:rPr lang="en-US" altLang="en-US" sz="1600" dirty="0">
                <a:latin typeface="Arial" panose="020B0604020202020204" pitchFamily="34" charset="0"/>
                <a:cs typeface="Arial" panose="020B0604020202020204" pitchFamily="34" charset="0"/>
              </a:rPr>
              <a:t>The virtual mouse system's main objective is to eliminate the need for a hardware mouse by allowing users to manage mouse cursor functions with hand gestures instead. </a:t>
            </a:r>
          </a:p>
          <a:p>
            <a:pPr>
              <a:defRPr sz="1600"/>
            </a:pPr>
            <a:r>
              <a:rPr lang="en-US" altLang="en-US" sz="1600" dirty="0">
                <a:latin typeface="Arial" panose="020B0604020202020204" pitchFamily="34" charset="0"/>
                <a:cs typeface="Arial" panose="020B0604020202020204" pitchFamily="34" charset="0"/>
              </a:rPr>
              <a:t>The described method can be used with a webcam or an integrated camera that analyses frames to recognize hand movements and hand tips and execute specific mouse actions.</a:t>
            </a:r>
          </a:p>
          <a:p>
            <a:pPr>
              <a:defRPr sz="1600"/>
            </a:pPr>
            <a:r>
              <a:rPr lang="en-US" sz="1600" dirty="0">
                <a:latin typeface="Arial" panose="020B0604020202020204" pitchFamily="34" charset="0"/>
                <a:cs typeface="Arial" panose="020B0604020202020204" pitchFamily="34" charset="0"/>
              </a:rPr>
              <a:t>The Glide Gesture project represents a step toward a more immersive and intelligent technological future, making digital interactions more natural, efficient, and accessible</a:t>
            </a:r>
            <a:r>
              <a:rPr lang="en-US" sz="1600" dirty="0">
                <a:latin typeface="Times New Roman" panose="02020603050405020304" pitchFamily="18" charset="0"/>
                <a:cs typeface="Times New Roman" panose="02020603050405020304" pitchFamily="18" charset="0"/>
              </a:rPr>
              <a:t>.</a:t>
            </a:r>
            <a:endParaRPr lang="en-US" altLang="en-US" sz="1600" dirty="0">
              <a:latin typeface="Arial" panose="020B0604020202020204" pitchFamily="34" charset="0"/>
              <a:cs typeface="Arial" panose="020B0604020202020204" pitchFamily="34" charset="0"/>
            </a:endParaRPr>
          </a:p>
          <a:p>
            <a:pPr>
              <a:defRPr sz="1600"/>
            </a:pPr>
            <a:endParaRPr lang="en-US" altLang="en-US" sz="1600" dirty="0">
              <a:latin typeface="Arial" panose="020B0604020202020204" pitchFamily="34" charset="0"/>
              <a:cs typeface="Arial" panose="020B0604020202020204" pitchFamily="34" charset="0"/>
            </a:endParaRPr>
          </a:p>
          <a:p>
            <a:pPr>
              <a:defRPr sz="1600"/>
            </a:pPr>
            <a:endParaRPr lang="en-IN" dirty="0">
              <a:latin typeface="Arial" panose="020B0604020202020204" pitchFamily="34" charset="0"/>
              <a:cs typeface="Arial" panose="020B0604020202020204" pitchFamily="34" charset="0"/>
            </a:endParaRPr>
          </a:p>
          <a:p>
            <a:pPr>
              <a:defRPr sz="1600"/>
            </a:pPr>
            <a:endParaRPr dirty="0">
              <a:latin typeface="Arial" panose="020B0604020202020204" pitchFamily="34" charset="0"/>
              <a:cs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702AB-4A38-CC84-CC48-79ADAFD40589}"/>
              </a:ext>
            </a:extLst>
          </p:cNvPr>
          <p:cNvSpPr>
            <a:spLocks noGrp="1"/>
          </p:cNvSpPr>
          <p:nvPr>
            <p:ph type="title"/>
          </p:nvPr>
        </p:nvSpPr>
        <p:spPr/>
        <p:txBody>
          <a:bodyPr/>
          <a:lstStyle/>
          <a:p>
            <a:r>
              <a:rPr lang="en-IN" b="1" dirty="0">
                <a:latin typeface="Arial" panose="020B0604020202020204" pitchFamily="34" charset="0"/>
                <a:cs typeface="Arial" panose="020B0604020202020204" pitchFamily="34" charset="0"/>
              </a:rPr>
              <a:t>Future Scope</a:t>
            </a:r>
          </a:p>
        </p:txBody>
      </p:sp>
      <p:sp>
        <p:nvSpPr>
          <p:cNvPr id="3" name="Content Placeholder 2">
            <a:extLst>
              <a:ext uri="{FF2B5EF4-FFF2-40B4-BE49-F238E27FC236}">
                <a16:creationId xmlns:a16="http://schemas.microsoft.com/office/drawing/2014/main" id="{0E3863AF-E6B7-6F17-8396-1C5B687A5102}"/>
              </a:ext>
            </a:extLst>
          </p:cNvPr>
          <p:cNvSpPr>
            <a:spLocks noGrp="1"/>
          </p:cNvSpPr>
          <p:nvPr>
            <p:ph idx="1"/>
          </p:nvPr>
        </p:nvSpPr>
        <p:spPr/>
        <p:txBody>
          <a:bodyPr/>
          <a:lstStyle/>
          <a:p>
            <a:pPr algn="just">
              <a:defRPr/>
            </a:pPr>
            <a:r>
              <a:rPr lang="en-US" altLang="en-US" sz="2000" b="1" dirty="0">
                <a:latin typeface="Times New Roman" panose="02020603050405020304" pitchFamily="18" charset="0"/>
              </a:rPr>
              <a:t>Voice Assistant Integration</a:t>
            </a:r>
            <a:r>
              <a:rPr lang="en-US" altLang="en-US" sz="2000" dirty="0">
                <a:latin typeface="Times New Roman" panose="02020603050405020304" pitchFamily="18" charset="0"/>
              </a:rPr>
              <a:t>: Integrating voice recognition and natural language processing technologies into the virtual mouse system can enable users to interact with their computers through voice commands.</a:t>
            </a:r>
          </a:p>
          <a:p>
            <a:pPr algn="just">
              <a:defRPr/>
            </a:pPr>
            <a:r>
              <a:rPr lang="en-US" altLang="en-US" sz="2000" b="1" dirty="0">
                <a:latin typeface="Times New Roman" panose="02020603050405020304" pitchFamily="18" charset="0"/>
              </a:rPr>
              <a:t>Development of Virtual Keyboard</a:t>
            </a:r>
            <a:r>
              <a:rPr lang="en-US" altLang="en-US" sz="2000" dirty="0">
                <a:latin typeface="Times New Roman" panose="02020603050405020304" pitchFamily="18" charset="0"/>
              </a:rPr>
              <a:t>: </a:t>
            </a:r>
            <a:r>
              <a:rPr lang="en-IN" sz="2000" dirty="0">
                <a:latin typeface="Times New Roman" panose="02020603050405020304" pitchFamily="18" charset="0"/>
                <a:ea typeface="Calibri" panose="020F0502020204030204" pitchFamily="34" charset="0"/>
              </a:rPr>
              <a:t>Adding a virtual keyboard to the system will enable users to type and input text without the need for a physical keyboard.</a:t>
            </a:r>
          </a:p>
          <a:p>
            <a:pPr algn="just">
              <a:defRPr/>
            </a:pPr>
            <a:r>
              <a:rPr lang="en-IN" altLang="en-US" sz="2000" b="1" dirty="0">
                <a:latin typeface="Times New Roman" panose="02020603050405020304" pitchFamily="18" charset="0"/>
                <a:ea typeface="Calibri" panose="020F0502020204030204" pitchFamily="34" charset="0"/>
              </a:rPr>
              <a:t>Unified Application for Multiple Modules</a:t>
            </a:r>
            <a:r>
              <a:rPr lang="en-IN" altLang="en-US" sz="2000" dirty="0">
                <a:latin typeface="Times New Roman" panose="02020603050405020304" pitchFamily="18" charset="0"/>
                <a:ea typeface="Calibri" panose="020F0502020204030204" pitchFamily="34" charset="0"/>
              </a:rPr>
              <a:t>: </a:t>
            </a:r>
            <a:r>
              <a:rPr lang="en-IN" sz="2000" dirty="0">
                <a:latin typeface="Times New Roman" panose="02020603050405020304" pitchFamily="18" charset="0"/>
                <a:ea typeface="Calibri" panose="020F0502020204030204" pitchFamily="34" charset="0"/>
              </a:rPr>
              <a:t>Creating a unified application that integrates all the different modules—gesture control, eye tracking, voice recognition, and virtual keyboard—into a single cohesive platform will significantly enhance user convenience.</a:t>
            </a:r>
          </a:p>
          <a:p>
            <a:pPr algn="just">
              <a:defRPr/>
            </a:pPr>
            <a:r>
              <a:rPr lang="en-US" altLang="en-US" sz="2000" b="1" dirty="0">
                <a:latin typeface="Times New Roman" panose="02020603050405020304" pitchFamily="18" charset="0"/>
              </a:rPr>
              <a:t>Further Reduction of Latency</a:t>
            </a:r>
            <a:r>
              <a:rPr lang="en-US" altLang="en-US" sz="2000" dirty="0">
                <a:latin typeface="Times New Roman" panose="02020603050405020304" pitchFamily="18" charset="0"/>
              </a:rPr>
              <a:t>: </a:t>
            </a:r>
            <a:r>
              <a:rPr lang="en-IN" sz="2000" dirty="0">
                <a:latin typeface="Times New Roman" panose="02020603050405020304" pitchFamily="18" charset="0"/>
                <a:ea typeface="Calibri" panose="020F0502020204030204" pitchFamily="34" charset="0"/>
              </a:rPr>
              <a:t>Reducing latency is crucial for improving the responsiveness and user experience of the virtual mouse system. </a:t>
            </a:r>
            <a:endParaRPr lang="en-US" altLang="en-US" sz="2000" dirty="0">
              <a:latin typeface="Times New Roman" panose="02020603050405020304" pitchFamily="18" charset="0"/>
            </a:endParaRPr>
          </a:p>
          <a:p>
            <a:endParaRPr lang="en-IN" dirty="0"/>
          </a:p>
        </p:txBody>
      </p:sp>
    </p:spTree>
    <p:extLst>
      <p:ext uri="{BB962C8B-B14F-4D97-AF65-F5344CB8AC3E}">
        <p14:creationId xmlns:p14="http://schemas.microsoft.com/office/powerpoint/2010/main" val="3758537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200"/>
            </a:pPr>
            <a:r>
              <a:rPr dirty="0"/>
              <a:t>References</a:t>
            </a:r>
          </a:p>
        </p:txBody>
      </p:sp>
      <p:sp>
        <p:nvSpPr>
          <p:cNvPr id="3" name="Content Placeholder 2"/>
          <p:cNvSpPr>
            <a:spLocks noGrp="1"/>
          </p:cNvSpPr>
          <p:nvPr>
            <p:ph idx="1"/>
          </p:nvPr>
        </p:nvSpPr>
        <p:spPr>
          <a:xfrm>
            <a:off x="1341884" y="1828800"/>
            <a:ext cx="9781730" cy="4624536"/>
          </a:xfrm>
        </p:spPr>
        <p:txBody>
          <a:bodyPr>
            <a:normAutofit fontScale="92500" lnSpcReduction="10000"/>
          </a:bodyPr>
          <a:lstStyle/>
          <a:p>
            <a:pPr>
              <a:defRPr sz="1200"/>
            </a:pPr>
            <a:r>
              <a:rPr dirty="0">
                <a:latin typeface="Arial" panose="020B0604020202020204" pitchFamily="34" charset="0"/>
                <a:cs typeface="Arial" panose="020B0604020202020204" pitchFamily="34" charset="0"/>
              </a:rPr>
              <a:t>[1] D. Du, X. Hu, "Steiner Tree Problems In Computer Communication Networks", World Scientific Publishing Company, 2008.</a:t>
            </a:r>
          </a:p>
          <a:p>
            <a:pPr>
              <a:defRPr sz="1200"/>
            </a:pPr>
            <a:r>
              <a:rPr dirty="0">
                <a:latin typeface="Arial" panose="020B0604020202020204" pitchFamily="34" charset="0"/>
                <a:cs typeface="Arial" panose="020B0604020202020204" pitchFamily="34" charset="0"/>
              </a:rPr>
              <a:t>[2] Boon Ping Lim, Poh Kit Chong, </a:t>
            </a:r>
            <a:r>
              <a:rPr dirty="0" err="1">
                <a:latin typeface="Arial" panose="020B0604020202020204" pitchFamily="34" charset="0"/>
                <a:cs typeface="Arial" panose="020B0604020202020204" pitchFamily="34" charset="0"/>
              </a:rPr>
              <a:t>Ettikan</a:t>
            </a:r>
            <a:r>
              <a:rPr dirty="0">
                <a:latin typeface="Arial" panose="020B0604020202020204" pitchFamily="34" charset="0"/>
                <a:cs typeface="Arial" panose="020B0604020202020204" pitchFamily="34" charset="0"/>
              </a:rPr>
              <a:t> Kandasamy Karuppiah, </a:t>
            </a:r>
            <a:r>
              <a:rPr dirty="0" err="1">
                <a:latin typeface="Arial" panose="020B0604020202020204" pitchFamily="34" charset="0"/>
                <a:cs typeface="Arial" panose="020B0604020202020204" pitchFamily="34" charset="0"/>
              </a:rPr>
              <a:t>Yaszrina</a:t>
            </a:r>
            <a:r>
              <a:rPr dirty="0">
                <a:latin typeface="Arial" panose="020B0604020202020204" pitchFamily="34" charset="0"/>
                <a:cs typeface="Arial" panose="020B0604020202020204" pitchFamily="34" charset="0"/>
              </a:rPr>
              <a:t> Mohamad Yassin, </a:t>
            </a:r>
            <a:r>
              <a:rPr dirty="0" err="1">
                <a:latin typeface="Arial" panose="020B0604020202020204" pitchFamily="34" charset="0"/>
                <a:cs typeface="Arial" panose="020B0604020202020204" pitchFamily="34" charset="0"/>
              </a:rPr>
              <a:t>Amril</a:t>
            </a:r>
            <a:r>
              <a:rPr dirty="0">
                <a:latin typeface="Arial" panose="020B0604020202020204" pitchFamily="34" charset="0"/>
                <a:cs typeface="Arial" panose="020B0604020202020204" pitchFamily="34" charset="0"/>
              </a:rPr>
              <a:t> Nazir, Mohamed Farid Noor Batcha, “FARCREST: Euclidean Steiner Tree-based Cloud Service Latency Prediction System” (2013) in 10th annual IEEE CCNC.</a:t>
            </a:r>
          </a:p>
          <a:p>
            <a:pPr>
              <a:defRPr sz="1200"/>
            </a:pPr>
            <a:r>
              <a:rPr dirty="0">
                <a:latin typeface="Arial" panose="020B0604020202020204" pitchFamily="34" charset="0"/>
                <a:cs typeface="Arial" panose="020B0604020202020204" pitchFamily="34" charset="0"/>
              </a:rPr>
              <a:t>[3] Hand Gesture Recognition using Deep Learning - IEEE Xplore, 2022.</a:t>
            </a:r>
          </a:p>
          <a:p>
            <a:pPr>
              <a:defRPr sz="1200"/>
            </a:pPr>
            <a:r>
              <a:rPr dirty="0">
                <a:latin typeface="Arial" panose="020B0604020202020204" pitchFamily="34" charset="0"/>
                <a:cs typeface="Arial" panose="020B0604020202020204" pitchFamily="34" charset="0"/>
              </a:rPr>
              <a:t>[4] Advances in Computer Vision for Gesture Recognition - ACM Digital Library, 2024.</a:t>
            </a:r>
          </a:p>
          <a:p>
            <a:pPr>
              <a:defRPr sz="1200"/>
            </a:pPr>
            <a:r>
              <a:rPr dirty="0">
                <a:latin typeface="Arial" panose="020B0604020202020204" pitchFamily="34" charset="0"/>
                <a:cs typeface="Arial" panose="020B0604020202020204" pitchFamily="34" charset="0"/>
              </a:rPr>
              <a:t>[5] Kim, S., Lee, J., &amp; Park, G. (2023). "Deep Learning-Based Hand Gesture Recognition for Smart Home Control." *Journal of AI Research*, 45(3), 112-129.</a:t>
            </a:r>
          </a:p>
          <a:p>
            <a:pPr>
              <a:defRPr sz="1200"/>
            </a:pPr>
            <a:r>
              <a:rPr dirty="0">
                <a:latin typeface="Arial" panose="020B0604020202020204" pitchFamily="34" charset="0"/>
                <a:cs typeface="Arial" panose="020B0604020202020204" pitchFamily="34" charset="0"/>
              </a:rPr>
              <a:t>[6] Patel, R., &amp; Sharma, V. (2021). "A Survey on Gesture-Based Interaction Systems: Techniques and Applications." *International Journal of Computer Science &amp; Applications*, 39(2), 88-105.</a:t>
            </a:r>
          </a:p>
          <a:p>
            <a:pPr>
              <a:defRPr sz="1200"/>
            </a:pPr>
            <a:r>
              <a:rPr dirty="0">
                <a:latin typeface="Arial" panose="020B0604020202020204" pitchFamily="34" charset="0"/>
                <a:cs typeface="Arial" panose="020B0604020202020204" pitchFamily="34" charset="0"/>
              </a:rPr>
              <a:t>[7] Zhang, H., &amp; Li, X. (2024). "Real-Time Hand Gesture Recognition Using CNN and Transfer Learning." *Proceedings of the IEEE Computer Vision Conference*, 78-92.</a:t>
            </a:r>
          </a:p>
          <a:p>
            <a:pPr>
              <a:defRPr sz="1200"/>
            </a:pPr>
            <a:r>
              <a:rPr dirty="0">
                <a:latin typeface="Arial" panose="020B0604020202020204" pitchFamily="34" charset="0"/>
                <a:cs typeface="Arial" panose="020B0604020202020204" pitchFamily="34" charset="0"/>
              </a:rPr>
              <a:t>[8] Nakamura, H., &amp; Takahashi, K. (2022). "AI-Powered Gesture Recognition: Future Trends and Ethical Considerations." *Journal of Emerging Technologies*, 28(1), 190-205.</a:t>
            </a:r>
            <a:endParaRPr lang="en-US" dirty="0">
              <a:latin typeface="Arial" panose="020B0604020202020204" pitchFamily="34" charset="0"/>
              <a:cs typeface="Arial" panose="020B0604020202020204" pitchFamily="34" charset="0"/>
            </a:endParaRPr>
          </a:p>
          <a:p>
            <a:pPr>
              <a:defRPr sz="1200"/>
            </a:pPr>
            <a:r>
              <a:rPr lang="en-IN" dirty="0">
                <a:latin typeface="Arial" panose="020B0604020202020204" pitchFamily="34" charset="0"/>
                <a:cs typeface="Arial" panose="020B0604020202020204" pitchFamily="34" charset="0"/>
              </a:rPr>
              <a:t>[9] S. Shriram, B. Nagaraj, J. Jaya, S. Shankar, and P. Ajay, "Deep Learning-Based Real-Time AI Virtual Mouse System Using Computer Vision to Avoid COVID-19 Spread," Journal of Healthcare Engineering, vol. 2021, Article ID 8133076, 2021, </a:t>
            </a:r>
            <a:r>
              <a:rPr lang="en-IN" dirty="0" err="1">
                <a:latin typeface="Arial" panose="020B0604020202020204" pitchFamily="34" charset="0"/>
                <a:cs typeface="Arial" panose="020B0604020202020204" pitchFamily="34" charset="0"/>
              </a:rPr>
              <a:t>doi</a:t>
            </a:r>
            <a:r>
              <a:rPr lang="en-IN" dirty="0">
                <a:latin typeface="Arial" panose="020B0604020202020204" pitchFamily="34" charset="0"/>
                <a:cs typeface="Arial" panose="020B0604020202020204" pitchFamily="34" charset="0"/>
              </a:rPr>
              <a:t>: 10.1155/2021/8133076.</a:t>
            </a:r>
          </a:p>
          <a:p>
            <a:pPr>
              <a:defRPr sz="1200"/>
            </a:pPr>
            <a:r>
              <a:rPr lang="en-IN" dirty="0">
                <a:latin typeface="Arial" panose="020B0604020202020204" pitchFamily="34" charset="0"/>
                <a:cs typeface="Arial" panose="020B0604020202020204" pitchFamily="34" charset="0"/>
              </a:rPr>
              <a:t>[10] J. Katona, “A review of human–computer interaction and virtual reality research fields in cognitive </a:t>
            </a:r>
            <a:r>
              <a:rPr lang="en-IN" dirty="0" err="1">
                <a:latin typeface="Arial" panose="020B0604020202020204" pitchFamily="34" charset="0"/>
                <a:cs typeface="Arial" panose="020B0604020202020204" pitchFamily="34" charset="0"/>
              </a:rPr>
              <a:t>InfoCommunications</a:t>
            </a:r>
            <a:r>
              <a:rPr lang="en-IN" dirty="0">
                <a:latin typeface="Arial" panose="020B0604020202020204" pitchFamily="34" charset="0"/>
                <a:cs typeface="Arial" panose="020B0604020202020204" pitchFamily="34" charset="0"/>
              </a:rPr>
              <a:t>,” Applied Sciences, vol. 11, no. 6, p. 2646, 2021.</a:t>
            </a:r>
            <a:endParaRPr dirty="0">
              <a:latin typeface="Arial" panose="020B0604020202020204" pitchFamily="34" charset="0"/>
              <a:cs typeface="Arial" panose="020B0604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79504" y="2667000"/>
            <a:ext cx="9601200" cy="4191000"/>
          </a:xfrm>
        </p:spPr>
        <p:txBody>
          <a:bodyPr>
            <a:normAutofit/>
          </a:bodyPr>
          <a:lstStyle/>
          <a:p>
            <a:pPr algn="ctr">
              <a:buNone/>
            </a:pPr>
            <a:r>
              <a:rPr lang="en-GB" sz="8800" dirty="0">
                <a:solidFill>
                  <a:schemeClr val="accent1">
                    <a:lumMod val="75000"/>
                  </a:schemeClr>
                </a:solidFill>
              </a:rPr>
              <a:t>Thank You</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Vertical and Horizontal design template">
  <a:themeElements>
    <a:clrScheme name="Violet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Century Gothic">
      <a:maj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dirty="0"/>
        </a:defPPr>
      </a:lstStyle>
      <a:style>
        <a:lnRef idx="1">
          <a:schemeClr val="accent2"/>
        </a:lnRef>
        <a:fillRef idx="2">
          <a:schemeClr val="accent2"/>
        </a:fillRef>
        <a:effectRef idx="1">
          <a:schemeClr val="accent2"/>
        </a:effectRef>
        <a:fontRef idx="minor">
          <a:schemeClr val="dk1"/>
        </a:fontRef>
      </a:style>
    </a:spDef>
    <a:lnDef>
      <a:spPr/>
      <a:bodyPr/>
      <a:lstStyle/>
      <a:style>
        <a:lnRef idx="1">
          <a:schemeClr val="accent1"/>
        </a:lnRef>
        <a:fillRef idx="0">
          <a:schemeClr val="accent1"/>
        </a:fillRef>
        <a:effectRef idx="0">
          <a:schemeClr val="accent1"/>
        </a:effectRef>
        <a:fontRef idx="minor">
          <a:schemeClr val="tx1"/>
        </a:fontRef>
      </a:style>
    </a:lnDef>
    <a:txDef>
      <a:spPr>
        <a:noFill/>
        <a:ln>
          <a:solidFill>
            <a:schemeClr val="bg2"/>
          </a:solidFill>
        </a:ln>
      </a:spPr>
      <a:bodyPr wrap="square" rtlCol="0" anchor="ctr" anchorCtr="1">
        <a:spAutoFit/>
      </a:bodyPr>
      <a:lstStyle>
        <a:defPPr>
          <a:defRPr dirty="0" smtClean="0"/>
        </a:defPPr>
      </a:lstStyle>
    </a:txDef>
  </a:objectDefaults>
  <a:extraClrSchemeLst/>
  <a:extLst>
    <a:ext uri="{05A4C25C-085E-4340-85A3-A5531E510DB2}">
      <thm15:themeFamily xmlns:thm15="http://schemas.microsoft.com/office/thememl/2012/main" name="Vertical and horizontal design slides.potx" id="{7E307492-4344-40EC-954C-E30551E95991}" vid="{493C3130-E1FA-416B-8465-D41FAD56C1B7}"/>
    </a:ext>
  </a:extLst>
</a:theme>
</file>

<file path=ppt/theme/theme2.xml><?xml version="1.0" encoding="utf-8"?>
<a:theme xmlns:a="http://schemas.openxmlformats.org/drawingml/2006/main" name="Office Theme">
  <a:themeElements>
    <a:clrScheme name="Violet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Century Gothic">
      <a:maj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Violet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Century Gothic">
      <a:maj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Vertical and horizontal design slides</Template>
  <TotalTime>1557</TotalTime>
  <Words>2096</Words>
  <Application>Microsoft Office PowerPoint</Application>
  <PresentationFormat>Custom</PresentationFormat>
  <Paragraphs>136</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굴림</vt:lpstr>
      <vt:lpstr>Arial</vt:lpstr>
      <vt:lpstr>Century Gothic</vt:lpstr>
      <vt:lpstr>Times New Roman</vt:lpstr>
      <vt:lpstr>Wingdings 2</vt:lpstr>
      <vt:lpstr>Vertical and Horizontal design template</vt:lpstr>
      <vt:lpstr>GESTURE GLIDE</vt:lpstr>
      <vt:lpstr>Index</vt:lpstr>
      <vt:lpstr>Introduction</vt:lpstr>
      <vt:lpstr>Existing Systems</vt:lpstr>
      <vt:lpstr>Literature Review</vt:lpstr>
      <vt:lpstr>PowerPoint Presentation</vt:lpstr>
      <vt:lpstr>PowerPoint Presentation</vt:lpstr>
      <vt:lpstr>Problem Statement</vt:lpstr>
      <vt:lpstr>Project Execution Plan</vt:lpstr>
      <vt:lpstr>Technical Description</vt:lpstr>
      <vt:lpstr>PowerPoint Presentation</vt:lpstr>
      <vt:lpstr>Block Diagram</vt:lpstr>
      <vt:lpstr>Proposed Methodology</vt:lpstr>
      <vt:lpstr>Requirement Analysis</vt:lpstr>
      <vt:lpstr>Conclusion</vt:lpstr>
      <vt:lpstr>Future Scope</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Automated Exam Duty Allocation</dc:title>
  <dc:creator>Sudhanshu</dc:creator>
  <cp:lastModifiedBy>Akash Anand</cp:lastModifiedBy>
  <cp:revision>78</cp:revision>
  <dcterms:created xsi:type="dcterms:W3CDTF">2017-11-16T17:39:44Z</dcterms:created>
  <dcterms:modified xsi:type="dcterms:W3CDTF">2025-06-13T17:32:58Z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Order">
    <vt:r8>74067800</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ies>
</file>